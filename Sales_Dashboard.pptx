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1" r:id="rId2"/>
    <p:sldMasterId id="2147483683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471040" y="1190880"/>
            <a:ext cx="4201560" cy="22802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" name="Google Shape;11;p2"/>
          <p:cNvGrpSpPr/>
          <p:nvPr/>
        </p:nvGrpSpPr>
        <p:grpSpPr>
          <a:xfrm>
            <a:off x="722160" y="4604040"/>
            <a:ext cx="2278440" cy="330120"/>
            <a:chOff x="722160" y="4604040"/>
            <a:chExt cx="2278440" cy="330120"/>
          </a:xfrm>
        </p:grpSpPr>
        <p:sp>
          <p:nvSpPr>
            <p:cNvPr id="4" name="Google Shape;12;p2"/>
            <p:cNvSpPr/>
            <p:nvPr/>
          </p:nvSpPr>
          <p:spPr>
            <a:xfrm flipH="1">
              <a:off x="721800" y="460404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" name="Google Shape;13;p2"/>
            <p:cNvSpPr/>
            <p:nvPr/>
          </p:nvSpPr>
          <p:spPr>
            <a:xfrm flipH="1">
              <a:off x="774000" y="466560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6" name="Google Shape;14;p2"/>
          <p:cNvCxnSpPr/>
          <p:nvPr/>
        </p:nvCxnSpPr>
        <p:spPr>
          <a:xfrm>
            <a:off x="731520" y="4603680"/>
            <a:ext cx="846252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939680" y="1752120"/>
            <a:ext cx="5263920" cy="1144080"/>
          </a:xfrm>
          <a:prstGeom prst="rect">
            <a:avLst/>
          </a:prstGeom>
          <a:solidFill>
            <a:schemeClr val="lt1"/>
          </a:solidFill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7200" b="1" u="none" strike="noStrik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xx%</a:t>
            </a:r>
            <a:endParaRPr lang="fr-FR" sz="7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9" name="Google Shape;116;p11"/>
          <p:cNvGrpSpPr/>
          <p:nvPr/>
        </p:nvGrpSpPr>
        <p:grpSpPr>
          <a:xfrm>
            <a:off x="8421120" y="540000"/>
            <a:ext cx="330120" cy="2278440"/>
            <a:chOff x="8421120" y="540000"/>
            <a:chExt cx="330120" cy="2278440"/>
          </a:xfrm>
        </p:grpSpPr>
        <p:sp>
          <p:nvSpPr>
            <p:cNvPr id="10" name="Google Shape;117;p11"/>
            <p:cNvSpPr/>
            <p:nvPr/>
          </p:nvSpPr>
          <p:spPr>
            <a:xfrm rot="5400000" flipH="1">
              <a:off x="7446600" y="151416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18;p11"/>
            <p:cNvSpPr/>
            <p:nvPr/>
          </p:nvSpPr>
          <p:spPr>
            <a:xfrm rot="5400000" flipH="1">
              <a:off x="8351640" y="72324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2" name="Google Shape;119;p11"/>
          <p:cNvCxnSpPr/>
          <p:nvPr/>
        </p:nvCxnSpPr>
        <p:spPr>
          <a:xfrm flipV="1">
            <a:off x="8421480" y="542160"/>
            <a:ext cx="360" cy="46947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22520" y="539640"/>
            <a:ext cx="76989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title"/>
          </p:nvPr>
        </p:nvSpPr>
        <p:spPr>
          <a:xfrm>
            <a:off x="1892160" y="1600560"/>
            <a:ext cx="529560" cy="52848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1" u="none" strike="noStrik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title"/>
          </p:nvPr>
        </p:nvSpPr>
        <p:spPr>
          <a:xfrm>
            <a:off x="4307040" y="1600560"/>
            <a:ext cx="529560" cy="52848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1" u="none" strike="noStrik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title"/>
          </p:nvPr>
        </p:nvSpPr>
        <p:spPr>
          <a:xfrm>
            <a:off x="6721920" y="1600560"/>
            <a:ext cx="529560" cy="52848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1" u="none" strike="noStrik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title"/>
          </p:nvPr>
        </p:nvSpPr>
        <p:spPr>
          <a:xfrm>
            <a:off x="1892520" y="3291840"/>
            <a:ext cx="529560" cy="52848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1" u="none" strike="noStrik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title"/>
          </p:nvPr>
        </p:nvSpPr>
        <p:spPr>
          <a:xfrm>
            <a:off x="4307040" y="3291840"/>
            <a:ext cx="529560" cy="52848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1" u="none" strike="noStrik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7"/>
          <p:cNvSpPr>
            <a:spLocks noGrp="1"/>
          </p:cNvSpPr>
          <p:nvPr>
            <p:ph type="title"/>
          </p:nvPr>
        </p:nvSpPr>
        <p:spPr>
          <a:xfrm>
            <a:off x="6721920" y="3291840"/>
            <a:ext cx="529560" cy="52848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100" b="1" u="none" strike="noStrik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0" name="Google Shape;135;p13"/>
          <p:cNvGrpSpPr/>
          <p:nvPr/>
        </p:nvGrpSpPr>
        <p:grpSpPr>
          <a:xfrm>
            <a:off x="-129960" y="2970360"/>
            <a:ext cx="852120" cy="2172960"/>
            <a:chOff x="-129960" y="2970360"/>
            <a:chExt cx="852120" cy="2172960"/>
          </a:xfrm>
        </p:grpSpPr>
        <p:cxnSp>
          <p:nvCxnSpPr>
            <p:cNvPr id="21" name="Google Shape;136;p13"/>
            <p:cNvCxnSpPr/>
            <p:nvPr/>
          </p:nvCxnSpPr>
          <p:spPr>
            <a:xfrm>
              <a:off x="-129960" y="2970360"/>
              <a:ext cx="85248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2" name="Google Shape;137;p13"/>
            <p:cNvCxnSpPr/>
            <p:nvPr/>
          </p:nvCxnSpPr>
          <p:spPr>
            <a:xfrm>
              <a:off x="-129960" y="3410640"/>
              <a:ext cx="85248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3" name="Google Shape;138;p13"/>
            <p:cNvCxnSpPr/>
            <p:nvPr/>
          </p:nvCxnSpPr>
          <p:spPr>
            <a:xfrm>
              <a:off x="-129960" y="3845160"/>
              <a:ext cx="85248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4" name="Google Shape;139;p13"/>
            <p:cNvCxnSpPr/>
            <p:nvPr/>
          </p:nvCxnSpPr>
          <p:spPr>
            <a:xfrm>
              <a:off x="-129960" y="4279680"/>
              <a:ext cx="85248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5" name="Google Shape;140;p13"/>
            <p:cNvCxnSpPr/>
            <p:nvPr/>
          </p:nvCxnSpPr>
          <p:spPr>
            <a:xfrm>
              <a:off x="-12996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6" name="Google Shape;141;p13"/>
            <p:cNvCxnSpPr/>
            <p:nvPr/>
          </p:nvCxnSpPr>
          <p:spPr>
            <a:xfrm>
              <a:off x="29340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7" name="Google Shape;142;p13"/>
            <p:cNvCxnSpPr/>
            <p:nvPr/>
          </p:nvCxnSpPr>
          <p:spPr>
            <a:xfrm>
              <a:off x="72216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8" name="Google Shape;143;p13"/>
            <p:cNvCxnSpPr/>
            <p:nvPr/>
          </p:nvCxnSpPr>
          <p:spPr>
            <a:xfrm>
              <a:off x="-129960" y="4708800"/>
              <a:ext cx="85248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cxnSp>
        <p:nvCxnSpPr>
          <p:cNvPr id="29" name="Google Shape;144;p13"/>
          <p:cNvCxnSpPr/>
          <p:nvPr/>
        </p:nvCxnSpPr>
        <p:spPr>
          <a:xfrm>
            <a:off x="-47520" y="542160"/>
            <a:ext cx="879372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30" name="Google Shape;145;p13"/>
          <p:cNvSpPr/>
          <p:nvPr/>
        </p:nvSpPr>
        <p:spPr>
          <a:xfrm>
            <a:off x="119520" y="1337760"/>
            <a:ext cx="602280" cy="601200"/>
          </a:xfrm>
          <a:custGeom>
            <a:avLst/>
            <a:gdLst>
              <a:gd name="textAreaLeft" fmla="*/ 0 w 602280"/>
              <a:gd name="textAreaRight" fmla="*/ 602640 w 602280"/>
              <a:gd name="textAreaTop" fmla="*/ 0 h 601200"/>
              <a:gd name="textAreaBottom" fmla="*/ 601560 h 601200"/>
            </a:gdLst>
            <a:ahLst/>
            <a:cxnLst/>
            <a:rect l="textAreaLeft" t="textAreaTop" r="textAreaRight" b="textAreaBottom"/>
            <a:pathLst>
              <a:path w="32392" h="32316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1" name="Google Shape;146;p13"/>
          <p:cNvGrpSpPr/>
          <p:nvPr/>
        </p:nvGrpSpPr>
        <p:grpSpPr>
          <a:xfrm>
            <a:off x="8421120" y="540000"/>
            <a:ext cx="330120" cy="2278440"/>
            <a:chOff x="8421120" y="540000"/>
            <a:chExt cx="330120" cy="2278440"/>
          </a:xfrm>
        </p:grpSpPr>
        <p:sp>
          <p:nvSpPr>
            <p:cNvPr id="32" name="Google Shape;147;p13"/>
            <p:cNvSpPr/>
            <p:nvPr/>
          </p:nvSpPr>
          <p:spPr>
            <a:xfrm rot="5400000" flipH="1">
              <a:off x="7446600" y="151416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148;p13"/>
            <p:cNvSpPr/>
            <p:nvPr/>
          </p:nvSpPr>
          <p:spPr>
            <a:xfrm rot="5400000" flipH="1">
              <a:off x="8351640" y="72324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22520" y="539640"/>
            <a:ext cx="76989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8" name="Google Shape;157;p16"/>
          <p:cNvGrpSpPr/>
          <p:nvPr/>
        </p:nvGrpSpPr>
        <p:grpSpPr>
          <a:xfrm>
            <a:off x="0" y="4603680"/>
            <a:ext cx="3414960" cy="864000"/>
            <a:chOff x="0" y="4603680"/>
            <a:chExt cx="3414960" cy="864000"/>
          </a:xfrm>
        </p:grpSpPr>
        <p:cxnSp>
          <p:nvCxnSpPr>
            <p:cNvPr id="39" name="Google Shape;158;p16"/>
            <p:cNvCxnSpPr/>
            <p:nvPr/>
          </p:nvCxnSpPr>
          <p:spPr>
            <a:xfrm flipH="1">
              <a:off x="0" y="460368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0" name="Google Shape;159;p16"/>
            <p:cNvCxnSpPr/>
            <p:nvPr/>
          </p:nvCxnSpPr>
          <p:spPr>
            <a:xfrm>
              <a:off x="2986200" y="4603680"/>
              <a:ext cx="360" cy="864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1" name="Google Shape;160;p16"/>
            <p:cNvCxnSpPr/>
            <p:nvPr/>
          </p:nvCxnSpPr>
          <p:spPr>
            <a:xfrm>
              <a:off x="2557080" y="4603680"/>
              <a:ext cx="360" cy="864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2" name="Google Shape;161;p16"/>
            <p:cNvCxnSpPr/>
            <p:nvPr/>
          </p:nvCxnSpPr>
          <p:spPr>
            <a:xfrm>
              <a:off x="2133720" y="4603680"/>
              <a:ext cx="360" cy="864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3" name="Google Shape;162;p16"/>
            <p:cNvCxnSpPr/>
            <p:nvPr/>
          </p:nvCxnSpPr>
          <p:spPr>
            <a:xfrm>
              <a:off x="1704600" y="4603680"/>
              <a:ext cx="360" cy="864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4" name="Google Shape;163;p16"/>
            <p:cNvCxnSpPr/>
            <p:nvPr/>
          </p:nvCxnSpPr>
          <p:spPr>
            <a:xfrm>
              <a:off x="1281240" y="4603680"/>
              <a:ext cx="360" cy="864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5" name="Google Shape;164;p16"/>
            <p:cNvCxnSpPr/>
            <p:nvPr/>
          </p:nvCxnSpPr>
          <p:spPr>
            <a:xfrm>
              <a:off x="852120" y="4603680"/>
              <a:ext cx="360" cy="864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6" name="Google Shape;165;p16"/>
            <p:cNvCxnSpPr/>
            <p:nvPr/>
          </p:nvCxnSpPr>
          <p:spPr>
            <a:xfrm>
              <a:off x="428760" y="4603680"/>
              <a:ext cx="360" cy="864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7" name="Google Shape;166;p16"/>
            <p:cNvCxnSpPr/>
            <p:nvPr/>
          </p:nvCxnSpPr>
          <p:spPr>
            <a:xfrm>
              <a:off x="3414960" y="4603680"/>
              <a:ext cx="360" cy="864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8" name="Google Shape;167;p16"/>
            <p:cNvCxnSpPr/>
            <p:nvPr/>
          </p:nvCxnSpPr>
          <p:spPr>
            <a:xfrm flipH="1">
              <a:off x="0" y="503316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9" name="Google Shape;168;p16"/>
            <p:cNvCxnSpPr/>
            <p:nvPr/>
          </p:nvCxnSpPr>
          <p:spPr>
            <a:xfrm flipH="1">
              <a:off x="0" y="546768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50" name="Google Shape;169;p16"/>
          <p:cNvSpPr/>
          <p:nvPr/>
        </p:nvSpPr>
        <p:spPr>
          <a:xfrm rot="10800000">
            <a:off x="5534280" y="464796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51" name="Google Shape;170;p16"/>
          <p:cNvGrpSpPr/>
          <p:nvPr/>
        </p:nvGrpSpPr>
        <p:grpSpPr>
          <a:xfrm>
            <a:off x="6142320" y="208800"/>
            <a:ext cx="2278440" cy="330120"/>
            <a:chOff x="6142320" y="208800"/>
            <a:chExt cx="2278440" cy="330120"/>
          </a:xfrm>
        </p:grpSpPr>
        <p:sp>
          <p:nvSpPr>
            <p:cNvPr id="52" name="Google Shape;171;p16"/>
            <p:cNvSpPr/>
            <p:nvPr/>
          </p:nvSpPr>
          <p:spPr>
            <a:xfrm flipH="1">
              <a:off x="6141960" y="20880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" name="Google Shape;172;p16"/>
            <p:cNvSpPr/>
            <p:nvPr/>
          </p:nvSpPr>
          <p:spPr>
            <a:xfrm flipH="1">
              <a:off x="6194520" y="27036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4" name="Google Shape;173;p16"/>
          <p:cNvGrpSpPr/>
          <p:nvPr/>
        </p:nvGrpSpPr>
        <p:grpSpPr>
          <a:xfrm>
            <a:off x="8515800" y="3209040"/>
            <a:ext cx="817920" cy="813600"/>
            <a:chOff x="8515800" y="3209040"/>
            <a:chExt cx="817920" cy="813600"/>
          </a:xfrm>
        </p:grpSpPr>
        <p:sp>
          <p:nvSpPr>
            <p:cNvPr id="55" name="Google Shape;174;p16"/>
            <p:cNvSpPr/>
            <p:nvPr/>
          </p:nvSpPr>
          <p:spPr>
            <a:xfrm rot="5400000" flipV="1">
              <a:off x="8572680" y="326304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175;p16"/>
            <p:cNvSpPr/>
            <p:nvPr/>
          </p:nvSpPr>
          <p:spPr>
            <a:xfrm rot="10800000" flipV="1">
              <a:off x="8515800" y="320904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57" name="Google Shape;176;p16"/>
          <p:cNvCxnSpPr/>
          <p:nvPr/>
        </p:nvCxnSpPr>
        <p:spPr>
          <a:xfrm>
            <a:off x="-40320" y="539280"/>
            <a:ext cx="84621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58" name="Google Shape;177;p16"/>
          <p:cNvSpPr/>
          <p:nvPr/>
        </p:nvSpPr>
        <p:spPr>
          <a:xfrm>
            <a:off x="66960" y="1928160"/>
            <a:ext cx="602280" cy="601200"/>
          </a:xfrm>
          <a:custGeom>
            <a:avLst/>
            <a:gdLst>
              <a:gd name="textAreaLeft" fmla="*/ 0 w 602280"/>
              <a:gd name="textAreaRight" fmla="*/ 602640 w 602280"/>
              <a:gd name="textAreaTop" fmla="*/ 0 h 601200"/>
              <a:gd name="textAreaBottom" fmla="*/ 601560 h 601200"/>
            </a:gdLst>
            <a:ahLst/>
            <a:cxnLst/>
            <a:rect l="textAreaLeft" t="textAreaTop" r="textAreaRight" b="textAreaBottom"/>
            <a:pathLst>
              <a:path w="32392" h="32316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22520" y="539640"/>
            <a:ext cx="76989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60" name="Google Shape;180;p17"/>
          <p:cNvGrpSpPr/>
          <p:nvPr/>
        </p:nvGrpSpPr>
        <p:grpSpPr>
          <a:xfrm>
            <a:off x="-141120" y="0"/>
            <a:ext cx="863280" cy="3414960"/>
            <a:chOff x="-141120" y="0"/>
            <a:chExt cx="863280" cy="3414960"/>
          </a:xfrm>
        </p:grpSpPr>
        <p:cxnSp>
          <p:nvCxnSpPr>
            <p:cNvPr id="61" name="Google Shape;181;p17"/>
            <p:cNvCxnSpPr/>
            <p:nvPr/>
          </p:nvCxnSpPr>
          <p:spPr>
            <a:xfrm>
              <a:off x="-141120" y="0"/>
              <a:ext cx="360" cy="3415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62" name="Google Shape;182;p17"/>
            <p:cNvCxnSpPr/>
            <p:nvPr/>
          </p:nvCxnSpPr>
          <p:spPr>
            <a:xfrm>
              <a:off x="-141120" y="428760"/>
              <a:ext cx="8636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63" name="Google Shape;183;p17"/>
            <p:cNvCxnSpPr/>
            <p:nvPr/>
          </p:nvCxnSpPr>
          <p:spPr>
            <a:xfrm>
              <a:off x="-141120" y="857880"/>
              <a:ext cx="8636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64" name="Google Shape;184;p17"/>
            <p:cNvCxnSpPr/>
            <p:nvPr/>
          </p:nvCxnSpPr>
          <p:spPr>
            <a:xfrm>
              <a:off x="-141120" y="1281240"/>
              <a:ext cx="8636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65" name="Google Shape;185;p17"/>
            <p:cNvCxnSpPr/>
            <p:nvPr/>
          </p:nvCxnSpPr>
          <p:spPr>
            <a:xfrm>
              <a:off x="-141120" y="1710360"/>
              <a:ext cx="8636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66" name="Google Shape;186;p17"/>
            <p:cNvCxnSpPr/>
            <p:nvPr/>
          </p:nvCxnSpPr>
          <p:spPr>
            <a:xfrm>
              <a:off x="-141120" y="2133720"/>
              <a:ext cx="8636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67" name="Google Shape;187;p17"/>
            <p:cNvCxnSpPr/>
            <p:nvPr/>
          </p:nvCxnSpPr>
          <p:spPr>
            <a:xfrm>
              <a:off x="-141120" y="2562480"/>
              <a:ext cx="8636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68" name="Google Shape;188;p17"/>
            <p:cNvCxnSpPr/>
            <p:nvPr/>
          </p:nvCxnSpPr>
          <p:spPr>
            <a:xfrm>
              <a:off x="-141120" y="2986200"/>
              <a:ext cx="8636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69" name="Google Shape;189;p17"/>
            <p:cNvCxnSpPr/>
            <p:nvPr/>
          </p:nvCxnSpPr>
          <p:spPr>
            <a:xfrm>
              <a:off x="-141120" y="3414960"/>
              <a:ext cx="8636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70" name="Google Shape;190;p17"/>
            <p:cNvCxnSpPr/>
            <p:nvPr/>
          </p:nvCxnSpPr>
          <p:spPr>
            <a:xfrm>
              <a:off x="287640" y="0"/>
              <a:ext cx="360" cy="3415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71" name="Google Shape;191;p17"/>
            <p:cNvCxnSpPr/>
            <p:nvPr/>
          </p:nvCxnSpPr>
          <p:spPr>
            <a:xfrm>
              <a:off x="722160" y="0"/>
              <a:ext cx="360" cy="3415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72" name="Google Shape;192;p17"/>
          <p:cNvSpPr/>
          <p:nvPr/>
        </p:nvSpPr>
        <p:spPr>
          <a:xfrm>
            <a:off x="4807080" y="-63720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73" name="Google Shape;193;p17"/>
          <p:cNvGrpSpPr/>
          <p:nvPr/>
        </p:nvGrpSpPr>
        <p:grpSpPr>
          <a:xfrm>
            <a:off x="8421120" y="540000"/>
            <a:ext cx="330120" cy="2278440"/>
            <a:chOff x="8421120" y="540000"/>
            <a:chExt cx="330120" cy="2278440"/>
          </a:xfrm>
        </p:grpSpPr>
        <p:sp>
          <p:nvSpPr>
            <p:cNvPr id="74" name="Google Shape;194;p17"/>
            <p:cNvSpPr/>
            <p:nvPr/>
          </p:nvSpPr>
          <p:spPr>
            <a:xfrm rot="5400000" flipH="1">
              <a:off x="7446600" y="151416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" name="Google Shape;195;p17"/>
            <p:cNvSpPr/>
            <p:nvPr/>
          </p:nvSpPr>
          <p:spPr>
            <a:xfrm rot="5400000" flipH="1">
              <a:off x="8351640" y="72324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6" name="Google Shape;196;p17"/>
          <p:cNvGrpSpPr/>
          <p:nvPr/>
        </p:nvGrpSpPr>
        <p:grpSpPr>
          <a:xfrm>
            <a:off x="1357200" y="4604040"/>
            <a:ext cx="813600" cy="817920"/>
            <a:chOff x="1357200" y="4604040"/>
            <a:chExt cx="813600" cy="817920"/>
          </a:xfrm>
        </p:grpSpPr>
        <p:sp>
          <p:nvSpPr>
            <p:cNvPr id="77" name="Google Shape;197;p17"/>
            <p:cNvSpPr/>
            <p:nvPr/>
          </p:nvSpPr>
          <p:spPr>
            <a:xfrm flipH="1">
              <a:off x="1411200" y="466092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198;p17"/>
            <p:cNvSpPr/>
            <p:nvPr/>
          </p:nvSpPr>
          <p:spPr>
            <a:xfrm rot="5400000" flipH="1">
              <a:off x="1355040" y="460620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79" name="Google Shape;199;p17"/>
          <p:cNvCxnSpPr/>
          <p:nvPr/>
        </p:nvCxnSpPr>
        <p:spPr>
          <a:xfrm flipV="1">
            <a:off x="8421480" y="539640"/>
            <a:ext cx="360" cy="462888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317600" y="1749240"/>
            <a:ext cx="6552720" cy="10152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81" name="Google Shape;203;p18"/>
          <p:cNvGrpSpPr/>
          <p:nvPr/>
        </p:nvGrpSpPr>
        <p:grpSpPr>
          <a:xfrm>
            <a:off x="722160" y="4604040"/>
            <a:ext cx="2278440" cy="330120"/>
            <a:chOff x="722160" y="4604040"/>
            <a:chExt cx="2278440" cy="330120"/>
          </a:xfrm>
        </p:grpSpPr>
        <p:sp>
          <p:nvSpPr>
            <p:cNvPr id="82" name="Google Shape;204;p18"/>
            <p:cNvSpPr/>
            <p:nvPr/>
          </p:nvSpPr>
          <p:spPr>
            <a:xfrm flipH="1">
              <a:off x="721800" y="460404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" name="Google Shape;205;p18"/>
            <p:cNvSpPr/>
            <p:nvPr/>
          </p:nvSpPr>
          <p:spPr>
            <a:xfrm flipH="1">
              <a:off x="774000" y="466560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4" name="Google Shape;206;p18"/>
          <p:cNvSpPr/>
          <p:nvPr/>
        </p:nvSpPr>
        <p:spPr>
          <a:xfrm flipH="1">
            <a:off x="8421480" y="539640"/>
            <a:ext cx="342720" cy="8618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85" name="Google Shape;207;p18"/>
          <p:cNvCxnSpPr/>
          <p:nvPr/>
        </p:nvCxnSpPr>
        <p:spPr>
          <a:xfrm>
            <a:off x="-95040" y="4603680"/>
            <a:ext cx="309528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952920" y="2530080"/>
            <a:ext cx="7238160" cy="841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3" name="PlaceHolder 2"/>
          <p:cNvSpPr>
            <a:spLocks noGrp="1"/>
          </p:cNvSpPr>
          <p:nvPr>
            <p:ph type="title"/>
          </p:nvPr>
        </p:nvSpPr>
        <p:spPr>
          <a:xfrm>
            <a:off x="4192920" y="1771920"/>
            <a:ext cx="757800" cy="757800"/>
          </a:xfrm>
          <a:prstGeom prst="rect">
            <a:avLst/>
          </a:prstGeom>
          <a:solidFill>
            <a:schemeClr val="lt1"/>
          </a:solidFill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94" name="Google Shape;18;p3"/>
          <p:cNvCxnSpPr/>
          <p:nvPr/>
        </p:nvCxnSpPr>
        <p:spPr>
          <a:xfrm>
            <a:off x="-43920" y="4603680"/>
            <a:ext cx="84621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grpSp>
        <p:nvGrpSpPr>
          <p:cNvPr id="95" name="Google Shape;19;p3"/>
          <p:cNvGrpSpPr/>
          <p:nvPr/>
        </p:nvGrpSpPr>
        <p:grpSpPr>
          <a:xfrm>
            <a:off x="6142320" y="4604040"/>
            <a:ext cx="2278440" cy="330120"/>
            <a:chOff x="6142320" y="4604040"/>
            <a:chExt cx="2278440" cy="330120"/>
          </a:xfrm>
        </p:grpSpPr>
        <p:sp>
          <p:nvSpPr>
            <p:cNvPr id="96" name="Google Shape;20;p3"/>
            <p:cNvSpPr/>
            <p:nvPr/>
          </p:nvSpPr>
          <p:spPr>
            <a:xfrm flipH="1">
              <a:off x="6141960" y="460404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" name="Google Shape;21;p3"/>
            <p:cNvSpPr/>
            <p:nvPr/>
          </p:nvSpPr>
          <p:spPr>
            <a:xfrm flipH="1">
              <a:off x="6194520" y="466560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722520" y="539640"/>
            <a:ext cx="76989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0" name="Google Shape;239;p24"/>
          <p:cNvSpPr/>
          <p:nvPr/>
        </p:nvSpPr>
        <p:spPr>
          <a:xfrm rot="16200000">
            <a:off x="-613440" y="137772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11" name="Google Shape;240;p24"/>
          <p:cNvGrpSpPr/>
          <p:nvPr/>
        </p:nvGrpSpPr>
        <p:grpSpPr>
          <a:xfrm>
            <a:off x="6142320" y="4604040"/>
            <a:ext cx="2278440" cy="330120"/>
            <a:chOff x="6142320" y="4604040"/>
            <a:chExt cx="2278440" cy="330120"/>
          </a:xfrm>
        </p:grpSpPr>
        <p:sp>
          <p:nvSpPr>
            <p:cNvPr id="112" name="Google Shape;241;p24"/>
            <p:cNvSpPr/>
            <p:nvPr/>
          </p:nvSpPr>
          <p:spPr>
            <a:xfrm flipH="1">
              <a:off x="6141960" y="460404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" name="Google Shape;242;p24"/>
            <p:cNvSpPr/>
            <p:nvPr/>
          </p:nvSpPr>
          <p:spPr>
            <a:xfrm flipH="1">
              <a:off x="6194520" y="466560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4" name="Google Shape;243;p24"/>
          <p:cNvSpPr/>
          <p:nvPr/>
        </p:nvSpPr>
        <p:spPr>
          <a:xfrm flipH="1">
            <a:off x="379080" y="3741840"/>
            <a:ext cx="342720" cy="8618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115" name="Google Shape;244;p24"/>
          <p:cNvCxnSpPr/>
          <p:nvPr/>
        </p:nvCxnSpPr>
        <p:spPr>
          <a:xfrm>
            <a:off x="-30240" y="4603680"/>
            <a:ext cx="84621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grpSp>
        <p:nvGrpSpPr>
          <p:cNvPr id="116" name="Google Shape;245;p24"/>
          <p:cNvGrpSpPr/>
          <p:nvPr/>
        </p:nvGrpSpPr>
        <p:grpSpPr>
          <a:xfrm>
            <a:off x="8421480" y="0"/>
            <a:ext cx="852480" cy="2172600"/>
            <a:chOff x="8421480" y="0"/>
            <a:chExt cx="852480" cy="2172600"/>
          </a:xfrm>
        </p:grpSpPr>
        <p:cxnSp>
          <p:nvCxnSpPr>
            <p:cNvPr id="117" name="Google Shape;246;p24"/>
            <p:cNvCxnSpPr/>
            <p:nvPr/>
          </p:nvCxnSpPr>
          <p:spPr>
            <a:xfrm flipH="1">
              <a:off x="8421480" y="439920"/>
              <a:ext cx="8528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18" name="Google Shape;247;p24"/>
            <p:cNvCxnSpPr/>
            <p:nvPr/>
          </p:nvCxnSpPr>
          <p:spPr>
            <a:xfrm flipH="1">
              <a:off x="8421480" y="874440"/>
              <a:ext cx="8528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19" name="Google Shape;248;p24"/>
            <p:cNvCxnSpPr/>
            <p:nvPr/>
          </p:nvCxnSpPr>
          <p:spPr>
            <a:xfrm flipH="1">
              <a:off x="8421480" y="1308960"/>
              <a:ext cx="8528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20" name="Google Shape;249;p24"/>
            <p:cNvCxnSpPr/>
            <p:nvPr/>
          </p:nvCxnSpPr>
          <p:spPr>
            <a:xfrm>
              <a:off x="9273960" y="0"/>
              <a:ext cx="360" cy="21729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21" name="Google Shape;250;p24"/>
            <p:cNvCxnSpPr/>
            <p:nvPr/>
          </p:nvCxnSpPr>
          <p:spPr>
            <a:xfrm>
              <a:off x="8850240" y="0"/>
              <a:ext cx="360" cy="21729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22" name="Google Shape;251;p24"/>
            <p:cNvCxnSpPr/>
            <p:nvPr/>
          </p:nvCxnSpPr>
          <p:spPr>
            <a:xfrm>
              <a:off x="8421480" y="0"/>
              <a:ext cx="360" cy="21729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23" name="Google Shape;252;p24"/>
            <p:cNvCxnSpPr/>
            <p:nvPr/>
          </p:nvCxnSpPr>
          <p:spPr>
            <a:xfrm flipH="1">
              <a:off x="8421480" y="1738080"/>
              <a:ext cx="8528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24" name="Google Shape;253;p24"/>
            <p:cNvCxnSpPr/>
            <p:nvPr/>
          </p:nvCxnSpPr>
          <p:spPr>
            <a:xfrm flipH="1">
              <a:off x="8421480" y="2172600"/>
              <a:ext cx="8528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125" name="Google Shape;254;p24"/>
          <p:cNvSpPr/>
          <p:nvPr/>
        </p:nvSpPr>
        <p:spPr>
          <a:xfrm>
            <a:off x="8317800" y="2936160"/>
            <a:ext cx="602280" cy="601200"/>
          </a:xfrm>
          <a:custGeom>
            <a:avLst/>
            <a:gdLst>
              <a:gd name="textAreaLeft" fmla="*/ 0 w 602280"/>
              <a:gd name="textAreaRight" fmla="*/ 602640 w 602280"/>
              <a:gd name="textAreaTop" fmla="*/ 0 h 601200"/>
              <a:gd name="textAreaBottom" fmla="*/ 601560 h 601200"/>
            </a:gdLst>
            <a:ahLst/>
            <a:cxnLst/>
            <a:rect l="textAreaLeft" t="textAreaTop" r="textAreaRight" b="textAreaBottom"/>
            <a:pathLst>
              <a:path w="32392" h="32316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722520" y="539640"/>
            <a:ext cx="76989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27" name="Google Shape;261;p25"/>
          <p:cNvGrpSpPr/>
          <p:nvPr/>
        </p:nvGrpSpPr>
        <p:grpSpPr>
          <a:xfrm>
            <a:off x="8232480" y="1836360"/>
            <a:ext cx="813600" cy="817920"/>
            <a:chOff x="8232480" y="1836360"/>
            <a:chExt cx="813600" cy="817920"/>
          </a:xfrm>
        </p:grpSpPr>
        <p:sp>
          <p:nvSpPr>
            <p:cNvPr id="128" name="Google Shape;262;p25"/>
            <p:cNvSpPr/>
            <p:nvPr/>
          </p:nvSpPr>
          <p:spPr>
            <a:xfrm flipH="1">
              <a:off x="8286480" y="189288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" name="Google Shape;263;p25"/>
            <p:cNvSpPr/>
            <p:nvPr/>
          </p:nvSpPr>
          <p:spPr>
            <a:xfrm rot="5400000" flipH="1">
              <a:off x="8230320" y="183852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0" name="Google Shape;264;p25"/>
          <p:cNvGrpSpPr/>
          <p:nvPr/>
        </p:nvGrpSpPr>
        <p:grpSpPr>
          <a:xfrm>
            <a:off x="6142320" y="4604040"/>
            <a:ext cx="2278440" cy="330120"/>
            <a:chOff x="6142320" y="4604040"/>
            <a:chExt cx="2278440" cy="330120"/>
          </a:xfrm>
        </p:grpSpPr>
        <p:sp>
          <p:nvSpPr>
            <p:cNvPr id="131" name="Google Shape;265;p25"/>
            <p:cNvSpPr/>
            <p:nvPr/>
          </p:nvSpPr>
          <p:spPr>
            <a:xfrm flipH="1">
              <a:off x="6141960" y="460404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" name="Google Shape;266;p25"/>
            <p:cNvSpPr/>
            <p:nvPr/>
          </p:nvSpPr>
          <p:spPr>
            <a:xfrm flipH="1">
              <a:off x="6194520" y="466560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33" name="Google Shape;267;p25"/>
          <p:cNvSpPr/>
          <p:nvPr/>
        </p:nvSpPr>
        <p:spPr>
          <a:xfrm flipH="1">
            <a:off x="8421480" y="539640"/>
            <a:ext cx="342720" cy="8618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4" name="Google Shape;268;p25"/>
          <p:cNvSpPr/>
          <p:nvPr/>
        </p:nvSpPr>
        <p:spPr>
          <a:xfrm>
            <a:off x="119520" y="1146600"/>
            <a:ext cx="602280" cy="601200"/>
          </a:xfrm>
          <a:custGeom>
            <a:avLst/>
            <a:gdLst>
              <a:gd name="textAreaLeft" fmla="*/ 0 w 602280"/>
              <a:gd name="textAreaRight" fmla="*/ 602640 w 602280"/>
              <a:gd name="textAreaTop" fmla="*/ 0 h 601200"/>
              <a:gd name="textAreaBottom" fmla="*/ 601560 h 601200"/>
            </a:gdLst>
            <a:ahLst/>
            <a:cxnLst/>
            <a:rect l="textAreaLeft" t="textAreaTop" r="textAreaRight" b="textAreaBottom"/>
            <a:pathLst>
              <a:path w="32392" h="32316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5" name="Google Shape;269;p25"/>
          <p:cNvSpPr/>
          <p:nvPr/>
        </p:nvSpPr>
        <p:spPr>
          <a:xfrm>
            <a:off x="1281960" y="-63324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136" name="Google Shape;270;p25"/>
          <p:cNvCxnSpPr/>
          <p:nvPr/>
        </p:nvCxnSpPr>
        <p:spPr>
          <a:xfrm>
            <a:off x="6142680" y="4603680"/>
            <a:ext cx="309564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722520" y="539640"/>
            <a:ext cx="76989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38" name="Google Shape;279;p26"/>
          <p:cNvGrpSpPr/>
          <p:nvPr/>
        </p:nvGrpSpPr>
        <p:grpSpPr>
          <a:xfrm>
            <a:off x="722160" y="4604040"/>
            <a:ext cx="2278440" cy="330120"/>
            <a:chOff x="722160" y="4604040"/>
            <a:chExt cx="2278440" cy="330120"/>
          </a:xfrm>
        </p:grpSpPr>
        <p:sp>
          <p:nvSpPr>
            <p:cNvPr id="139" name="Google Shape;280;p26"/>
            <p:cNvSpPr/>
            <p:nvPr/>
          </p:nvSpPr>
          <p:spPr>
            <a:xfrm flipH="1">
              <a:off x="721800" y="460404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" name="Google Shape;281;p26"/>
            <p:cNvSpPr/>
            <p:nvPr/>
          </p:nvSpPr>
          <p:spPr>
            <a:xfrm flipH="1">
              <a:off x="774000" y="466560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41" name="Google Shape;282;p26"/>
          <p:cNvCxnSpPr/>
          <p:nvPr/>
        </p:nvCxnSpPr>
        <p:spPr>
          <a:xfrm>
            <a:off x="731520" y="4603680"/>
            <a:ext cx="846252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142" name="Google Shape;283;p26"/>
          <p:cNvSpPr/>
          <p:nvPr/>
        </p:nvSpPr>
        <p:spPr>
          <a:xfrm flipH="1">
            <a:off x="8421480" y="3741840"/>
            <a:ext cx="342720" cy="8618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3" name="Google Shape;284;p26"/>
          <p:cNvSpPr/>
          <p:nvPr/>
        </p:nvSpPr>
        <p:spPr>
          <a:xfrm>
            <a:off x="7076880" y="-60336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44" name="Google Shape;285;p26"/>
          <p:cNvGrpSpPr/>
          <p:nvPr/>
        </p:nvGrpSpPr>
        <p:grpSpPr>
          <a:xfrm>
            <a:off x="-129960" y="0"/>
            <a:ext cx="852120" cy="2172600"/>
            <a:chOff x="-129960" y="0"/>
            <a:chExt cx="852120" cy="2172600"/>
          </a:xfrm>
        </p:grpSpPr>
        <p:cxnSp>
          <p:nvCxnSpPr>
            <p:cNvPr id="145" name="Google Shape;286;p26"/>
            <p:cNvCxnSpPr/>
            <p:nvPr/>
          </p:nvCxnSpPr>
          <p:spPr>
            <a:xfrm flipH="1">
              <a:off x="-129600" y="439920"/>
              <a:ext cx="8521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46" name="Google Shape;287;p26"/>
            <p:cNvCxnSpPr/>
            <p:nvPr/>
          </p:nvCxnSpPr>
          <p:spPr>
            <a:xfrm flipH="1">
              <a:off x="-129600" y="874440"/>
              <a:ext cx="8521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47" name="Google Shape;288;p26"/>
            <p:cNvCxnSpPr/>
            <p:nvPr/>
          </p:nvCxnSpPr>
          <p:spPr>
            <a:xfrm flipH="1">
              <a:off x="-129600" y="1308960"/>
              <a:ext cx="8521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48" name="Google Shape;289;p26"/>
            <p:cNvCxnSpPr/>
            <p:nvPr/>
          </p:nvCxnSpPr>
          <p:spPr>
            <a:xfrm>
              <a:off x="722160" y="0"/>
              <a:ext cx="360" cy="21729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49" name="Google Shape;290;p26"/>
            <p:cNvCxnSpPr/>
            <p:nvPr/>
          </p:nvCxnSpPr>
          <p:spPr>
            <a:xfrm>
              <a:off x="298800" y="0"/>
              <a:ext cx="360" cy="21729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50" name="Google Shape;291;p26"/>
            <p:cNvCxnSpPr/>
            <p:nvPr/>
          </p:nvCxnSpPr>
          <p:spPr>
            <a:xfrm>
              <a:off x="-129960" y="0"/>
              <a:ext cx="360" cy="21729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51" name="Google Shape;292;p26"/>
            <p:cNvCxnSpPr/>
            <p:nvPr/>
          </p:nvCxnSpPr>
          <p:spPr>
            <a:xfrm flipH="1">
              <a:off x="-129600" y="1738080"/>
              <a:ext cx="8521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52" name="Google Shape;293;p26"/>
            <p:cNvCxnSpPr/>
            <p:nvPr/>
          </p:nvCxnSpPr>
          <p:spPr>
            <a:xfrm flipH="1">
              <a:off x="-129600" y="2172600"/>
              <a:ext cx="8521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153" name="Google Shape;294;p26"/>
          <p:cNvSpPr/>
          <p:nvPr/>
        </p:nvSpPr>
        <p:spPr>
          <a:xfrm>
            <a:off x="8343000" y="1345680"/>
            <a:ext cx="602280" cy="601200"/>
          </a:xfrm>
          <a:custGeom>
            <a:avLst/>
            <a:gdLst>
              <a:gd name="textAreaLeft" fmla="*/ 0 w 602280"/>
              <a:gd name="textAreaRight" fmla="*/ 602640 w 602280"/>
              <a:gd name="textAreaTop" fmla="*/ 0 h 601200"/>
              <a:gd name="textAreaBottom" fmla="*/ 601560 h 601200"/>
            </a:gdLst>
            <a:ahLst/>
            <a:cxnLst/>
            <a:rect l="textAreaLeft" t="textAreaTop" r="textAreaRight" b="textAreaBottom"/>
            <a:pathLst>
              <a:path w="32392" h="32316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722520" y="539640"/>
            <a:ext cx="76989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5" name="Google Shape;303;p27"/>
          <p:cNvSpPr/>
          <p:nvPr/>
        </p:nvSpPr>
        <p:spPr>
          <a:xfrm rot="16200000">
            <a:off x="-613440" y="162936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6" name="Google Shape;304;p27"/>
          <p:cNvSpPr/>
          <p:nvPr/>
        </p:nvSpPr>
        <p:spPr>
          <a:xfrm>
            <a:off x="119520" y="159840"/>
            <a:ext cx="602280" cy="601200"/>
          </a:xfrm>
          <a:custGeom>
            <a:avLst/>
            <a:gdLst>
              <a:gd name="textAreaLeft" fmla="*/ 0 w 602280"/>
              <a:gd name="textAreaRight" fmla="*/ 602640 w 602280"/>
              <a:gd name="textAreaTop" fmla="*/ 0 h 601200"/>
              <a:gd name="textAreaBottom" fmla="*/ 601560 h 601200"/>
            </a:gdLst>
            <a:ahLst/>
            <a:cxnLst/>
            <a:rect l="textAreaLeft" t="textAreaTop" r="textAreaRight" b="textAreaBottom"/>
            <a:pathLst>
              <a:path w="32392" h="32316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57" name="Google Shape;305;p27"/>
          <p:cNvGrpSpPr/>
          <p:nvPr/>
        </p:nvGrpSpPr>
        <p:grpSpPr>
          <a:xfrm>
            <a:off x="6142320" y="4604040"/>
            <a:ext cx="2278440" cy="330120"/>
            <a:chOff x="6142320" y="4604040"/>
            <a:chExt cx="2278440" cy="330120"/>
          </a:xfrm>
        </p:grpSpPr>
        <p:sp>
          <p:nvSpPr>
            <p:cNvPr id="158" name="Google Shape;306;p27"/>
            <p:cNvSpPr/>
            <p:nvPr/>
          </p:nvSpPr>
          <p:spPr>
            <a:xfrm flipH="1">
              <a:off x="6141960" y="460404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" name="Google Shape;307;p27"/>
            <p:cNvSpPr/>
            <p:nvPr/>
          </p:nvSpPr>
          <p:spPr>
            <a:xfrm flipH="1">
              <a:off x="6194520" y="466560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0" name="Google Shape;308;p27"/>
          <p:cNvSpPr/>
          <p:nvPr/>
        </p:nvSpPr>
        <p:spPr>
          <a:xfrm flipH="1">
            <a:off x="379080" y="3741840"/>
            <a:ext cx="342720" cy="8618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161" name="Google Shape;309;p27"/>
          <p:cNvCxnSpPr/>
          <p:nvPr/>
        </p:nvCxnSpPr>
        <p:spPr>
          <a:xfrm>
            <a:off x="-30240" y="4603680"/>
            <a:ext cx="84621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grpSp>
        <p:nvGrpSpPr>
          <p:cNvPr id="162" name="Google Shape;310;p27"/>
          <p:cNvGrpSpPr/>
          <p:nvPr/>
        </p:nvGrpSpPr>
        <p:grpSpPr>
          <a:xfrm>
            <a:off x="5728680" y="-329400"/>
            <a:ext cx="3414960" cy="868680"/>
            <a:chOff x="5728680" y="-329400"/>
            <a:chExt cx="3414960" cy="868680"/>
          </a:xfrm>
        </p:grpSpPr>
        <p:cxnSp>
          <p:nvCxnSpPr>
            <p:cNvPr id="163" name="Google Shape;311;p27"/>
            <p:cNvCxnSpPr/>
            <p:nvPr/>
          </p:nvCxnSpPr>
          <p:spPr>
            <a:xfrm flipH="1">
              <a:off x="5728680" y="-32940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64" name="Google Shape;312;p27"/>
            <p:cNvCxnSpPr/>
            <p:nvPr/>
          </p:nvCxnSpPr>
          <p:spPr>
            <a:xfrm flipH="1">
              <a:off x="5728680" y="10476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65" name="Google Shape;313;p27"/>
            <p:cNvCxnSpPr/>
            <p:nvPr/>
          </p:nvCxnSpPr>
          <p:spPr>
            <a:xfrm flipH="1">
              <a:off x="5728680" y="53928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66" name="Google Shape;314;p27"/>
            <p:cNvCxnSpPr/>
            <p:nvPr/>
          </p:nvCxnSpPr>
          <p:spPr>
            <a:xfrm>
              <a:off x="871488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67" name="Google Shape;315;p27"/>
            <p:cNvCxnSpPr/>
            <p:nvPr/>
          </p:nvCxnSpPr>
          <p:spPr>
            <a:xfrm>
              <a:off x="828576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68" name="Google Shape;316;p27"/>
            <p:cNvCxnSpPr/>
            <p:nvPr/>
          </p:nvCxnSpPr>
          <p:spPr>
            <a:xfrm>
              <a:off x="786240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69" name="Google Shape;317;p27"/>
            <p:cNvCxnSpPr/>
            <p:nvPr/>
          </p:nvCxnSpPr>
          <p:spPr>
            <a:xfrm>
              <a:off x="743328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70" name="Google Shape;318;p27"/>
            <p:cNvCxnSpPr/>
            <p:nvPr/>
          </p:nvCxnSpPr>
          <p:spPr>
            <a:xfrm>
              <a:off x="700992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71" name="Google Shape;319;p27"/>
            <p:cNvCxnSpPr/>
            <p:nvPr/>
          </p:nvCxnSpPr>
          <p:spPr>
            <a:xfrm>
              <a:off x="658080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72" name="Google Shape;320;p27"/>
            <p:cNvCxnSpPr/>
            <p:nvPr/>
          </p:nvCxnSpPr>
          <p:spPr>
            <a:xfrm>
              <a:off x="615744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73" name="Google Shape;321;p27"/>
            <p:cNvCxnSpPr/>
            <p:nvPr/>
          </p:nvCxnSpPr>
          <p:spPr>
            <a:xfrm>
              <a:off x="572868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722520" y="539640"/>
            <a:ext cx="76989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75" name="Google Shape;332;p28"/>
          <p:cNvGrpSpPr/>
          <p:nvPr/>
        </p:nvGrpSpPr>
        <p:grpSpPr>
          <a:xfrm>
            <a:off x="391320" y="540000"/>
            <a:ext cx="330120" cy="2278440"/>
            <a:chOff x="391320" y="540000"/>
            <a:chExt cx="330120" cy="2278440"/>
          </a:xfrm>
        </p:grpSpPr>
        <p:sp>
          <p:nvSpPr>
            <p:cNvPr id="176" name="Google Shape;333;p28"/>
            <p:cNvSpPr/>
            <p:nvPr/>
          </p:nvSpPr>
          <p:spPr>
            <a:xfrm rot="5400000" flipH="1">
              <a:off x="-583200" y="151416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" name="Google Shape;334;p28"/>
            <p:cNvSpPr/>
            <p:nvPr/>
          </p:nvSpPr>
          <p:spPr>
            <a:xfrm rot="5400000" flipH="1">
              <a:off x="321840" y="72324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78" name="Google Shape;335;p28"/>
          <p:cNvCxnSpPr/>
          <p:nvPr/>
        </p:nvCxnSpPr>
        <p:spPr>
          <a:xfrm flipV="1">
            <a:off x="723600" y="542160"/>
            <a:ext cx="360" cy="46947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179" name="Google Shape;336;p28"/>
          <p:cNvSpPr/>
          <p:nvPr/>
        </p:nvSpPr>
        <p:spPr>
          <a:xfrm rot="16200000" flipH="1">
            <a:off x="982440" y="4344480"/>
            <a:ext cx="342720" cy="8618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80" name="Google Shape;337;p28"/>
          <p:cNvGrpSpPr/>
          <p:nvPr/>
        </p:nvGrpSpPr>
        <p:grpSpPr>
          <a:xfrm>
            <a:off x="5728680" y="4603680"/>
            <a:ext cx="3414960" cy="1309320"/>
            <a:chOff x="5728680" y="4603680"/>
            <a:chExt cx="3414960" cy="1309320"/>
          </a:xfrm>
        </p:grpSpPr>
        <p:cxnSp>
          <p:nvCxnSpPr>
            <p:cNvPr id="181" name="Google Shape;338;p28"/>
            <p:cNvCxnSpPr/>
            <p:nvPr/>
          </p:nvCxnSpPr>
          <p:spPr>
            <a:xfrm flipH="1">
              <a:off x="5728680" y="547308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82" name="Google Shape;339;p28"/>
            <p:cNvCxnSpPr/>
            <p:nvPr/>
          </p:nvCxnSpPr>
          <p:spPr>
            <a:xfrm flipH="1">
              <a:off x="5728680" y="503856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83" name="Google Shape;340;p28"/>
            <p:cNvCxnSpPr/>
            <p:nvPr/>
          </p:nvCxnSpPr>
          <p:spPr>
            <a:xfrm flipH="1">
              <a:off x="5728680" y="460404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84" name="Google Shape;341;p28"/>
            <p:cNvCxnSpPr/>
            <p:nvPr/>
          </p:nvCxnSpPr>
          <p:spPr>
            <a:xfrm flipV="1">
              <a:off x="8714880" y="4603680"/>
              <a:ext cx="360" cy="130968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85" name="Google Shape;342;p28"/>
            <p:cNvCxnSpPr/>
            <p:nvPr/>
          </p:nvCxnSpPr>
          <p:spPr>
            <a:xfrm flipV="1">
              <a:off x="8285760" y="4603680"/>
              <a:ext cx="360" cy="130968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86" name="Google Shape;343;p28"/>
            <p:cNvCxnSpPr/>
            <p:nvPr/>
          </p:nvCxnSpPr>
          <p:spPr>
            <a:xfrm flipV="1">
              <a:off x="7862400" y="4603680"/>
              <a:ext cx="360" cy="130968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87" name="Google Shape;344;p28"/>
            <p:cNvCxnSpPr/>
            <p:nvPr/>
          </p:nvCxnSpPr>
          <p:spPr>
            <a:xfrm flipV="1">
              <a:off x="7433280" y="4603680"/>
              <a:ext cx="360" cy="130968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88" name="Google Shape;345;p28"/>
            <p:cNvCxnSpPr/>
            <p:nvPr/>
          </p:nvCxnSpPr>
          <p:spPr>
            <a:xfrm flipV="1">
              <a:off x="7009920" y="4603680"/>
              <a:ext cx="360" cy="130968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89" name="Google Shape;346;p28"/>
            <p:cNvCxnSpPr/>
            <p:nvPr/>
          </p:nvCxnSpPr>
          <p:spPr>
            <a:xfrm flipV="1">
              <a:off x="6580800" y="4603680"/>
              <a:ext cx="360" cy="130968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90" name="Google Shape;347;p28"/>
            <p:cNvCxnSpPr/>
            <p:nvPr/>
          </p:nvCxnSpPr>
          <p:spPr>
            <a:xfrm flipV="1">
              <a:off x="6157440" y="4603680"/>
              <a:ext cx="360" cy="130968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91" name="Google Shape;348;p28"/>
            <p:cNvCxnSpPr/>
            <p:nvPr/>
          </p:nvCxnSpPr>
          <p:spPr>
            <a:xfrm flipV="1">
              <a:off x="5728680" y="4603680"/>
              <a:ext cx="360" cy="130968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192" name="Google Shape;349;p28"/>
          <p:cNvSpPr/>
          <p:nvPr/>
        </p:nvSpPr>
        <p:spPr>
          <a:xfrm>
            <a:off x="8462880" y="129240"/>
            <a:ext cx="602280" cy="601200"/>
          </a:xfrm>
          <a:custGeom>
            <a:avLst/>
            <a:gdLst>
              <a:gd name="textAreaLeft" fmla="*/ 0 w 602280"/>
              <a:gd name="textAreaRight" fmla="*/ 602640 w 602280"/>
              <a:gd name="textAreaTop" fmla="*/ 0 h 601200"/>
              <a:gd name="textAreaBottom" fmla="*/ 601560 h 601200"/>
            </a:gdLst>
            <a:ahLst/>
            <a:cxnLst/>
            <a:rect l="textAreaLeft" t="textAreaTop" r="textAreaRight" b="textAreaBottom"/>
            <a:pathLst>
              <a:path w="32392" h="32316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3" name="Google Shape;350;p28"/>
          <p:cNvSpPr/>
          <p:nvPr/>
        </p:nvSpPr>
        <p:spPr>
          <a:xfrm rot="5400000">
            <a:off x="8426160" y="235044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722520" y="539640"/>
            <a:ext cx="76989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95" name="Google Shape;365;p29"/>
          <p:cNvGrpSpPr/>
          <p:nvPr/>
        </p:nvGrpSpPr>
        <p:grpSpPr>
          <a:xfrm>
            <a:off x="722160" y="4604040"/>
            <a:ext cx="2278440" cy="330120"/>
            <a:chOff x="722160" y="4604040"/>
            <a:chExt cx="2278440" cy="330120"/>
          </a:xfrm>
        </p:grpSpPr>
        <p:sp>
          <p:nvSpPr>
            <p:cNvPr id="196" name="Google Shape;366;p29"/>
            <p:cNvSpPr/>
            <p:nvPr/>
          </p:nvSpPr>
          <p:spPr>
            <a:xfrm flipH="1">
              <a:off x="721800" y="460404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" name="Google Shape;367;p29"/>
            <p:cNvSpPr/>
            <p:nvPr/>
          </p:nvSpPr>
          <p:spPr>
            <a:xfrm flipH="1">
              <a:off x="774000" y="466560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98" name="Google Shape;368;p29"/>
          <p:cNvCxnSpPr/>
          <p:nvPr/>
        </p:nvCxnSpPr>
        <p:spPr>
          <a:xfrm>
            <a:off x="731520" y="4603680"/>
            <a:ext cx="846252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199" name="Google Shape;369;p29"/>
          <p:cNvSpPr/>
          <p:nvPr/>
        </p:nvSpPr>
        <p:spPr>
          <a:xfrm flipH="1">
            <a:off x="8421480" y="3741840"/>
            <a:ext cx="342720" cy="8618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00" name="Google Shape;370;p29"/>
          <p:cNvGrpSpPr/>
          <p:nvPr/>
        </p:nvGrpSpPr>
        <p:grpSpPr>
          <a:xfrm>
            <a:off x="0" y="-769680"/>
            <a:ext cx="3414960" cy="1308960"/>
            <a:chOff x="0" y="-769680"/>
            <a:chExt cx="3414960" cy="1308960"/>
          </a:xfrm>
        </p:grpSpPr>
        <p:cxnSp>
          <p:nvCxnSpPr>
            <p:cNvPr id="201" name="Google Shape;371;p29"/>
            <p:cNvCxnSpPr/>
            <p:nvPr/>
          </p:nvCxnSpPr>
          <p:spPr>
            <a:xfrm>
              <a:off x="0" y="9936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02" name="Google Shape;372;p29"/>
            <p:cNvCxnSpPr/>
            <p:nvPr/>
          </p:nvCxnSpPr>
          <p:spPr>
            <a:xfrm>
              <a:off x="0" y="-33480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03" name="Google Shape;373;p29"/>
            <p:cNvCxnSpPr/>
            <p:nvPr/>
          </p:nvCxnSpPr>
          <p:spPr>
            <a:xfrm>
              <a:off x="0" y="53928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04" name="Google Shape;374;p29"/>
            <p:cNvCxnSpPr/>
            <p:nvPr/>
          </p:nvCxnSpPr>
          <p:spPr>
            <a:xfrm flipV="1">
              <a:off x="428760" y="-769680"/>
              <a:ext cx="360" cy="1309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05" name="Google Shape;375;p29"/>
            <p:cNvCxnSpPr/>
            <p:nvPr/>
          </p:nvCxnSpPr>
          <p:spPr>
            <a:xfrm flipV="1">
              <a:off x="857880" y="-769680"/>
              <a:ext cx="360" cy="1309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06" name="Google Shape;376;p29"/>
            <p:cNvCxnSpPr/>
            <p:nvPr/>
          </p:nvCxnSpPr>
          <p:spPr>
            <a:xfrm flipV="1">
              <a:off x="1281240" y="-769680"/>
              <a:ext cx="360" cy="1309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07" name="Google Shape;377;p29"/>
            <p:cNvCxnSpPr/>
            <p:nvPr/>
          </p:nvCxnSpPr>
          <p:spPr>
            <a:xfrm flipV="1">
              <a:off x="1710360" y="-769680"/>
              <a:ext cx="360" cy="1309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08" name="Google Shape;378;p29"/>
            <p:cNvCxnSpPr/>
            <p:nvPr/>
          </p:nvCxnSpPr>
          <p:spPr>
            <a:xfrm flipV="1">
              <a:off x="2133720" y="-769680"/>
              <a:ext cx="360" cy="1309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09" name="Google Shape;379;p29"/>
            <p:cNvCxnSpPr/>
            <p:nvPr/>
          </p:nvCxnSpPr>
          <p:spPr>
            <a:xfrm flipV="1">
              <a:off x="2562480" y="-769680"/>
              <a:ext cx="360" cy="1309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10" name="Google Shape;380;p29"/>
            <p:cNvCxnSpPr/>
            <p:nvPr/>
          </p:nvCxnSpPr>
          <p:spPr>
            <a:xfrm flipV="1">
              <a:off x="2986200" y="-769680"/>
              <a:ext cx="360" cy="1309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11" name="Google Shape;381;p29"/>
            <p:cNvCxnSpPr/>
            <p:nvPr/>
          </p:nvCxnSpPr>
          <p:spPr>
            <a:xfrm flipV="1">
              <a:off x="3414960" y="-769680"/>
              <a:ext cx="360" cy="1309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grpSp>
        <p:nvGrpSpPr>
          <p:cNvPr id="212" name="Google Shape;382;p29"/>
          <p:cNvGrpSpPr/>
          <p:nvPr/>
        </p:nvGrpSpPr>
        <p:grpSpPr>
          <a:xfrm>
            <a:off x="8460000" y="1321200"/>
            <a:ext cx="817920" cy="813600"/>
            <a:chOff x="8460000" y="1321200"/>
            <a:chExt cx="817920" cy="813600"/>
          </a:xfrm>
        </p:grpSpPr>
        <p:sp>
          <p:nvSpPr>
            <p:cNvPr id="213" name="Google Shape;383;p29"/>
            <p:cNvSpPr/>
            <p:nvPr/>
          </p:nvSpPr>
          <p:spPr>
            <a:xfrm rot="5400000" flipV="1">
              <a:off x="8516880" y="137520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" name="Google Shape;384;p29"/>
            <p:cNvSpPr/>
            <p:nvPr/>
          </p:nvSpPr>
          <p:spPr>
            <a:xfrm rot="10800000" flipV="1">
              <a:off x="8460000" y="132120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15" name="Google Shape;385;p29"/>
          <p:cNvSpPr/>
          <p:nvPr/>
        </p:nvSpPr>
        <p:spPr>
          <a:xfrm>
            <a:off x="6064560" y="-65376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6" name="Google Shape;386;p29"/>
          <p:cNvSpPr/>
          <p:nvPr/>
        </p:nvSpPr>
        <p:spPr>
          <a:xfrm>
            <a:off x="59400" y="2780280"/>
            <a:ext cx="602280" cy="601200"/>
          </a:xfrm>
          <a:custGeom>
            <a:avLst/>
            <a:gdLst>
              <a:gd name="textAreaLeft" fmla="*/ 0 w 602280"/>
              <a:gd name="textAreaRight" fmla="*/ 602640 w 602280"/>
              <a:gd name="textAreaTop" fmla="*/ 0 h 601200"/>
              <a:gd name="textAreaBottom" fmla="*/ 601560 h 601200"/>
            </a:gdLst>
            <a:ahLst/>
            <a:cxnLst/>
            <a:rect l="textAreaLeft" t="textAreaTop" r="textAreaRight" b="textAreaBottom"/>
            <a:pathLst>
              <a:path w="32392" h="32316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722520" y="685800"/>
            <a:ext cx="3372120" cy="61200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600" b="1" u="none" strike="noStrik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xx%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title"/>
          </p:nvPr>
        </p:nvSpPr>
        <p:spPr>
          <a:xfrm>
            <a:off x="2886120" y="2085840"/>
            <a:ext cx="3372120" cy="61200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600" b="1" u="none" strike="noStrik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xx%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title"/>
          </p:nvPr>
        </p:nvSpPr>
        <p:spPr>
          <a:xfrm>
            <a:off x="5049360" y="3485880"/>
            <a:ext cx="3372120" cy="61200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600" b="1" u="none" strike="noStrik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xx%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20" name="Google Shape;394;p30"/>
          <p:cNvGrpSpPr/>
          <p:nvPr/>
        </p:nvGrpSpPr>
        <p:grpSpPr>
          <a:xfrm>
            <a:off x="6142320" y="4604040"/>
            <a:ext cx="2278440" cy="330120"/>
            <a:chOff x="6142320" y="4604040"/>
            <a:chExt cx="2278440" cy="330120"/>
          </a:xfrm>
        </p:grpSpPr>
        <p:sp>
          <p:nvSpPr>
            <p:cNvPr id="221" name="Google Shape;395;p30"/>
            <p:cNvSpPr/>
            <p:nvPr/>
          </p:nvSpPr>
          <p:spPr>
            <a:xfrm flipH="1">
              <a:off x="6141960" y="460404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" name="Google Shape;396;p30"/>
            <p:cNvSpPr/>
            <p:nvPr/>
          </p:nvSpPr>
          <p:spPr>
            <a:xfrm flipH="1">
              <a:off x="6194520" y="466560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223" name="Google Shape;397;p30"/>
          <p:cNvCxnSpPr/>
          <p:nvPr/>
        </p:nvCxnSpPr>
        <p:spPr>
          <a:xfrm>
            <a:off x="6142680" y="4603680"/>
            <a:ext cx="309564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224" name="Google Shape;398;p30"/>
          <p:cNvSpPr/>
          <p:nvPr/>
        </p:nvSpPr>
        <p:spPr>
          <a:xfrm flipH="1">
            <a:off x="8421480" y="539640"/>
            <a:ext cx="342720" cy="8618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722520" y="539640"/>
            <a:ext cx="76989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722520" y="1187640"/>
            <a:ext cx="7698960" cy="118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227" name="Google Shape;25;p4"/>
          <p:cNvGrpSpPr/>
          <p:nvPr/>
        </p:nvGrpSpPr>
        <p:grpSpPr>
          <a:xfrm>
            <a:off x="6142320" y="4604040"/>
            <a:ext cx="2278440" cy="330120"/>
            <a:chOff x="6142320" y="4604040"/>
            <a:chExt cx="2278440" cy="330120"/>
          </a:xfrm>
        </p:grpSpPr>
        <p:sp>
          <p:nvSpPr>
            <p:cNvPr id="228" name="Google Shape;26;p4"/>
            <p:cNvSpPr/>
            <p:nvPr/>
          </p:nvSpPr>
          <p:spPr>
            <a:xfrm flipH="1">
              <a:off x="6141960" y="460404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" name="Google Shape;27;p4"/>
            <p:cNvSpPr/>
            <p:nvPr/>
          </p:nvSpPr>
          <p:spPr>
            <a:xfrm flipH="1">
              <a:off x="6194520" y="466560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30" name="Google Shape;28;p4"/>
          <p:cNvSpPr/>
          <p:nvPr/>
        </p:nvSpPr>
        <p:spPr>
          <a:xfrm flipH="1">
            <a:off x="379080" y="3741840"/>
            <a:ext cx="342720" cy="8618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231" name="Google Shape;29;p4"/>
          <p:cNvCxnSpPr/>
          <p:nvPr/>
        </p:nvCxnSpPr>
        <p:spPr>
          <a:xfrm>
            <a:off x="-43920" y="4603680"/>
            <a:ext cx="84621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grpSp>
        <p:nvGrpSpPr>
          <p:cNvPr id="232" name="Google Shape;30;p4"/>
          <p:cNvGrpSpPr/>
          <p:nvPr/>
        </p:nvGrpSpPr>
        <p:grpSpPr>
          <a:xfrm>
            <a:off x="-239760" y="539640"/>
            <a:ext cx="813600" cy="817920"/>
            <a:chOff x="-239760" y="539640"/>
            <a:chExt cx="813600" cy="817920"/>
          </a:xfrm>
        </p:grpSpPr>
        <p:sp>
          <p:nvSpPr>
            <p:cNvPr id="233" name="Google Shape;31;p4"/>
            <p:cNvSpPr/>
            <p:nvPr/>
          </p:nvSpPr>
          <p:spPr>
            <a:xfrm flipH="1">
              <a:off x="-185400" y="59652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" name="Google Shape;32;p4"/>
            <p:cNvSpPr/>
            <p:nvPr/>
          </p:nvSpPr>
          <p:spPr>
            <a:xfrm rot="5400000" flipH="1">
              <a:off x="-241920" y="54180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35" name="Google Shape;33;p4"/>
          <p:cNvSpPr/>
          <p:nvPr/>
        </p:nvSpPr>
        <p:spPr>
          <a:xfrm>
            <a:off x="8474760" y="2037600"/>
            <a:ext cx="602280" cy="601200"/>
          </a:xfrm>
          <a:custGeom>
            <a:avLst/>
            <a:gdLst>
              <a:gd name="textAreaLeft" fmla="*/ 0 w 602280"/>
              <a:gd name="textAreaRight" fmla="*/ 602640 w 602280"/>
              <a:gd name="textAreaTop" fmla="*/ 0 h 601200"/>
              <a:gd name="textAreaBottom" fmla="*/ 601560 h 601200"/>
            </a:gdLst>
            <a:ahLst/>
            <a:cxnLst/>
            <a:rect l="textAreaLeft" t="textAreaTop" r="textAreaRight" b="textAreaBottom"/>
            <a:pathLst>
              <a:path w="32392" h="32316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36" name="Google Shape;34;p4"/>
          <p:cNvGrpSpPr/>
          <p:nvPr/>
        </p:nvGrpSpPr>
        <p:grpSpPr>
          <a:xfrm>
            <a:off x="5728680" y="-329400"/>
            <a:ext cx="3414960" cy="868680"/>
            <a:chOff x="5728680" y="-329400"/>
            <a:chExt cx="3414960" cy="868680"/>
          </a:xfrm>
        </p:grpSpPr>
        <p:cxnSp>
          <p:nvCxnSpPr>
            <p:cNvPr id="237" name="Google Shape;35;p4"/>
            <p:cNvCxnSpPr/>
            <p:nvPr/>
          </p:nvCxnSpPr>
          <p:spPr>
            <a:xfrm flipH="1">
              <a:off x="5728680" y="-32940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38" name="Google Shape;36;p4"/>
            <p:cNvCxnSpPr/>
            <p:nvPr/>
          </p:nvCxnSpPr>
          <p:spPr>
            <a:xfrm flipH="1">
              <a:off x="5728680" y="10476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39" name="Google Shape;37;p4"/>
            <p:cNvCxnSpPr/>
            <p:nvPr/>
          </p:nvCxnSpPr>
          <p:spPr>
            <a:xfrm flipH="1">
              <a:off x="5728680" y="53928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40" name="Google Shape;38;p4"/>
            <p:cNvCxnSpPr/>
            <p:nvPr/>
          </p:nvCxnSpPr>
          <p:spPr>
            <a:xfrm>
              <a:off x="871488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41" name="Google Shape;39;p4"/>
            <p:cNvCxnSpPr/>
            <p:nvPr/>
          </p:nvCxnSpPr>
          <p:spPr>
            <a:xfrm>
              <a:off x="828576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42" name="Google Shape;40;p4"/>
            <p:cNvCxnSpPr/>
            <p:nvPr/>
          </p:nvCxnSpPr>
          <p:spPr>
            <a:xfrm>
              <a:off x="786240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43" name="Google Shape;41;p4"/>
            <p:cNvCxnSpPr/>
            <p:nvPr/>
          </p:nvCxnSpPr>
          <p:spPr>
            <a:xfrm>
              <a:off x="743328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44" name="Google Shape;42;p4"/>
            <p:cNvCxnSpPr/>
            <p:nvPr/>
          </p:nvCxnSpPr>
          <p:spPr>
            <a:xfrm>
              <a:off x="700992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45" name="Google Shape;43;p4"/>
            <p:cNvCxnSpPr/>
            <p:nvPr/>
          </p:nvCxnSpPr>
          <p:spPr>
            <a:xfrm>
              <a:off x="658080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46" name="Google Shape;44;p4"/>
            <p:cNvCxnSpPr/>
            <p:nvPr/>
          </p:nvCxnSpPr>
          <p:spPr>
            <a:xfrm>
              <a:off x="615744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47" name="Google Shape;45;p4"/>
            <p:cNvCxnSpPr/>
            <p:nvPr/>
          </p:nvCxnSpPr>
          <p:spPr>
            <a:xfrm>
              <a:off x="572868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2179080" y="815760"/>
            <a:ext cx="4785120" cy="8496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49" name="Google Shape;402;p31"/>
          <p:cNvSpPr/>
          <p:nvPr/>
        </p:nvSpPr>
        <p:spPr>
          <a:xfrm>
            <a:off x="3057480" y="3409200"/>
            <a:ext cx="3029040" cy="6152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CREDITS: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and includes icons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3"/>
              </a:rPr>
              <a:t>Flaticon</a:t>
            </a: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and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4"/>
              </a:rPr>
              <a:t>Freepik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250" name="Google Shape;403;p31"/>
          <p:cNvCxnSpPr/>
          <p:nvPr/>
        </p:nvCxnSpPr>
        <p:spPr>
          <a:xfrm>
            <a:off x="-47520" y="542160"/>
            <a:ext cx="879372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grpSp>
        <p:nvGrpSpPr>
          <p:cNvPr id="251" name="Google Shape;404;p31"/>
          <p:cNvGrpSpPr/>
          <p:nvPr/>
        </p:nvGrpSpPr>
        <p:grpSpPr>
          <a:xfrm>
            <a:off x="8421120" y="540000"/>
            <a:ext cx="330120" cy="2278440"/>
            <a:chOff x="8421120" y="540000"/>
            <a:chExt cx="330120" cy="2278440"/>
          </a:xfrm>
        </p:grpSpPr>
        <p:sp>
          <p:nvSpPr>
            <p:cNvPr id="252" name="Google Shape;405;p31"/>
            <p:cNvSpPr/>
            <p:nvPr/>
          </p:nvSpPr>
          <p:spPr>
            <a:xfrm rot="5400000" flipH="1">
              <a:off x="7446600" y="151416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" name="Google Shape;406;p31"/>
            <p:cNvSpPr/>
            <p:nvPr/>
          </p:nvSpPr>
          <p:spPr>
            <a:xfrm rot="5400000" flipH="1">
              <a:off x="8351640" y="72324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409;p33"/>
          <p:cNvGrpSpPr/>
          <p:nvPr/>
        </p:nvGrpSpPr>
        <p:grpSpPr>
          <a:xfrm>
            <a:off x="8014680" y="343440"/>
            <a:ext cx="813600" cy="817920"/>
            <a:chOff x="8014680" y="343440"/>
            <a:chExt cx="813600" cy="817920"/>
          </a:xfrm>
        </p:grpSpPr>
        <p:sp>
          <p:nvSpPr>
            <p:cNvPr id="255" name="Google Shape;410;p33"/>
            <p:cNvSpPr/>
            <p:nvPr/>
          </p:nvSpPr>
          <p:spPr>
            <a:xfrm flipH="1">
              <a:off x="8068680" y="40032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" name="Google Shape;411;p33"/>
            <p:cNvSpPr/>
            <p:nvPr/>
          </p:nvSpPr>
          <p:spPr>
            <a:xfrm rot="5400000" flipH="1">
              <a:off x="8012520" y="34560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57" name="Google Shape;412;p33"/>
          <p:cNvGrpSpPr/>
          <p:nvPr/>
        </p:nvGrpSpPr>
        <p:grpSpPr>
          <a:xfrm>
            <a:off x="0" y="-324000"/>
            <a:ext cx="3414960" cy="863280"/>
            <a:chOff x="0" y="-324000"/>
            <a:chExt cx="3414960" cy="863280"/>
          </a:xfrm>
        </p:grpSpPr>
        <p:cxnSp>
          <p:nvCxnSpPr>
            <p:cNvPr id="258" name="Google Shape;413;p33"/>
            <p:cNvCxnSpPr/>
            <p:nvPr/>
          </p:nvCxnSpPr>
          <p:spPr>
            <a:xfrm>
              <a:off x="0" y="-32400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59" name="Google Shape;414;p33"/>
            <p:cNvCxnSpPr/>
            <p:nvPr/>
          </p:nvCxnSpPr>
          <p:spPr>
            <a:xfrm>
              <a:off x="42876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60" name="Google Shape;415;p33"/>
            <p:cNvCxnSpPr/>
            <p:nvPr/>
          </p:nvCxnSpPr>
          <p:spPr>
            <a:xfrm>
              <a:off x="85788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61" name="Google Shape;416;p33"/>
            <p:cNvCxnSpPr/>
            <p:nvPr/>
          </p:nvCxnSpPr>
          <p:spPr>
            <a:xfrm>
              <a:off x="128124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62" name="Google Shape;417;p33"/>
            <p:cNvCxnSpPr/>
            <p:nvPr/>
          </p:nvCxnSpPr>
          <p:spPr>
            <a:xfrm>
              <a:off x="171036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63" name="Google Shape;418;p33"/>
            <p:cNvCxnSpPr/>
            <p:nvPr/>
          </p:nvCxnSpPr>
          <p:spPr>
            <a:xfrm>
              <a:off x="213372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64" name="Google Shape;419;p33"/>
            <p:cNvCxnSpPr/>
            <p:nvPr/>
          </p:nvCxnSpPr>
          <p:spPr>
            <a:xfrm>
              <a:off x="256284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65" name="Google Shape;420;p33"/>
            <p:cNvCxnSpPr/>
            <p:nvPr/>
          </p:nvCxnSpPr>
          <p:spPr>
            <a:xfrm>
              <a:off x="298620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66" name="Google Shape;421;p33"/>
            <p:cNvCxnSpPr/>
            <p:nvPr/>
          </p:nvCxnSpPr>
          <p:spPr>
            <a:xfrm>
              <a:off x="3414960" y="-322560"/>
              <a:ext cx="360" cy="862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67" name="Google Shape;422;p33"/>
            <p:cNvCxnSpPr/>
            <p:nvPr/>
          </p:nvCxnSpPr>
          <p:spPr>
            <a:xfrm>
              <a:off x="0" y="10476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68" name="Google Shape;423;p33"/>
            <p:cNvCxnSpPr/>
            <p:nvPr/>
          </p:nvCxnSpPr>
          <p:spPr>
            <a:xfrm>
              <a:off x="0" y="53928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grpSp>
        <p:nvGrpSpPr>
          <p:cNvPr id="269" name="Google Shape;424;p33"/>
          <p:cNvGrpSpPr/>
          <p:nvPr/>
        </p:nvGrpSpPr>
        <p:grpSpPr>
          <a:xfrm>
            <a:off x="6142320" y="4604040"/>
            <a:ext cx="2278440" cy="330120"/>
            <a:chOff x="6142320" y="4604040"/>
            <a:chExt cx="2278440" cy="330120"/>
          </a:xfrm>
        </p:grpSpPr>
        <p:sp>
          <p:nvSpPr>
            <p:cNvPr id="270" name="Google Shape;425;p33"/>
            <p:cNvSpPr/>
            <p:nvPr/>
          </p:nvSpPr>
          <p:spPr>
            <a:xfrm flipH="1">
              <a:off x="6141960" y="460404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" name="Google Shape;426;p33"/>
            <p:cNvSpPr/>
            <p:nvPr/>
          </p:nvSpPr>
          <p:spPr>
            <a:xfrm flipH="1">
              <a:off x="6194520" y="466560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72" name="Google Shape;427;p33"/>
          <p:cNvSpPr/>
          <p:nvPr/>
        </p:nvSpPr>
        <p:spPr>
          <a:xfrm flipH="1">
            <a:off x="722520" y="3741840"/>
            <a:ext cx="342720" cy="8618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273" name="Google Shape;428;p33"/>
          <p:cNvCxnSpPr/>
          <p:nvPr/>
        </p:nvCxnSpPr>
        <p:spPr>
          <a:xfrm>
            <a:off x="-30240" y="4603680"/>
            <a:ext cx="84621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274" name="Google Shape;429;p33"/>
          <p:cNvSpPr/>
          <p:nvPr/>
        </p:nvSpPr>
        <p:spPr>
          <a:xfrm>
            <a:off x="420840" y="2656800"/>
            <a:ext cx="602280" cy="601200"/>
          </a:xfrm>
          <a:custGeom>
            <a:avLst/>
            <a:gdLst>
              <a:gd name="textAreaLeft" fmla="*/ 0 w 602280"/>
              <a:gd name="textAreaRight" fmla="*/ 602640 w 602280"/>
              <a:gd name="textAreaTop" fmla="*/ 0 h 601200"/>
              <a:gd name="textAreaBottom" fmla="*/ 601560 h 601200"/>
            </a:gdLst>
            <a:ahLst/>
            <a:cxnLst/>
            <a:rect l="textAreaLeft" t="textAreaTop" r="textAreaRight" b="textAreaBottom"/>
            <a:pathLst>
              <a:path w="32392" h="32316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5" name="Google Shape;430;p33"/>
          <p:cNvSpPr/>
          <p:nvPr/>
        </p:nvSpPr>
        <p:spPr>
          <a:xfrm>
            <a:off x="5493960" y="-41976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432;p34"/>
          <p:cNvGrpSpPr/>
          <p:nvPr/>
        </p:nvGrpSpPr>
        <p:grpSpPr>
          <a:xfrm>
            <a:off x="153720" y="1320840"/>
            <a:ext cx="813600" cy="817920"/>
            <a:chOff x="153720" y="1320840"/>
            <a:chExt cx="813600" cy="817920"/>
          </a:xfrm>
        </p:grpSpPr>
        <p:sp>
          <p:nvSpPr>
            <p:cNvPr id="277" name="Google Shape;433;p34"/>
            <p:cNvSpPr/>
            <p:nvPr/>
          </p:nvSpPr>
          <p:spPr>
            <a:xfrm flipH="1">
              <a:off x="207720" y="137772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8" name="Google Shape;434;p34"/>
            <p:cNvSpPr/>
            <p:nvPr/>
          </p:nvSpPr>
          <p:spPr>
            <a:xfrm rot="5400000" flipH="1">
              <a:off x="151200" y="132300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79" name="Google Shape;435;p34"/>
          <p:cNvGrpSpPr/>
          <p:nvPr/>
        </p:nvGrpSpPr>
        <p:grpSpPr>
          <a:xfrm>
            <a:off x="8421120" y="540000"/>
            <a:ext cx="330120" cy="2278440"/>
            <a:chOff x="8421120" y="540000"/>
            <a:chExt cx="330120" cy="2278440"/>
          </a:xfrm>
        </p:grpSpPr>
        <p:sp>
          <p:nvSpPr>
            <p:cNvPr id="280" name="Google Shape;436;p34"/>
            <p:cNvSpPr/>
            <p:nvPr/>
          </p:nvSpPr>
          <p:spPr>
            <a:xfrm rot="5400000" flipH="1">
              <a:off x="7446600" y="151416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1" name="Google Shape;437;p34"/>
            <p:cNvSpPr/>
            <p:nvPr/>
          </p:nvSpPr>
          <p:spPr>
            <a:xfrm rot="5400000" flipH="1">
              <a:off x="8351640" y="72324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82" name="Google Shape;438;p34"/>
          <p:cNvSpPr/>
          <p:nvPr/>
        </p:nvSpPr>
        <p:spPr>
          <a:xfrm>
            <a:off x="6055560" y="288720"/>
            <a:ext cx="602280" cy="601200"/>
          </a:xfrm>
          <a:custGeom>
            <a:avLst/>
            <a:gdLst>
              <a:gd name="textAreaLeft" fmla="*/ 0 w 602280"/>
              <a:gd name="textAreaRight" fmla="*/ 602640 w 602280"/>
              <a:gd name="textAreaTop" fmla="*/ 0 h 601200"/>
              <a:gd name="textAreaBottom" fmla="*/ 601560 h 601200"/>
            </a:gdLst>
            <a:ahLst/>
            <a:cxnLst/>
            <a:rect l="textAreaLeft" t="textAreaTop" r="textAreaRight" b="textAreaBottom"/>
            <a:pathLst>
              <a:path w="32392" h="32316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83" name="Google Shape;439;p34"/>
          <p:cNvGrpSpPr/>
          <p:nvPr/>
        </p:nvGrpSpPr>
        <p:grpSpPr>
          <a:xfrm>
            <a:off x="0" y="2970360"/>
            <a:ext cx="1710360" cy="2172960"/>
            <a:chOff x="0" y="2970360"/>
            <a:chExt cx="1710360" cy="2172960"/>
          </a:xfrm>
        </p:grpSpPr>
        <p:cxnSp>
          <p:nvCxnSpPr>
            <p:cNvPr id="284" name="Google Shape;440;p34"/>
            <p:cNvCxnSpPr/>
            <p:nvPr/>
          </p:nvCxnSpPr>
          <p:spPr>
            <a:xfrm>
              <a:off x="0" y="3410640"/>
              <a:ext cx="171036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85" name="Google Shape;441;p34"/>
            <p:cNvCxnSpPr/>
            <p:nvPr/>
          </p:nvCxnSpPr>
          <p:spPr>
            <a:xfrm>
              <a:off x="0" y="3845160"/>
              <a:ext cx="171036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86" name="Google Shape;442;p34"/>
            <p:cNvCxnSpPr/>
            <p:nvPr/>
          </p:nvCxnSpPr>
          <p:spPr>
            <a:xfrm>
              <a:off x="0" y="4279680"/>
              <a:ext cx="171036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87" name="Google Shape;443;p34"/>
            <p:cNvCxnSpPr/>
            <p:nvPr/>
          </p:nvCxnSpPr>
          <p:spPr>
            <a:xfrm>
              <a:off x="42876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88" name="Google Shape;444;p34"/>
            <p:cNvCxnSpPr/>
            <p:nvPr/>
          </p:nvCxnSpPr>
          <p:spPr>
            <a:xfrm>
              <a:off x="85788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89" name="Google Shape;445;p34"/>
            <p:cNvCxnSpPr/>
            <p:nvPr/>
          </p:nvCxnSpPr>
          <p:spPr>
            <a:xfrm>
              <a:off x="128124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90" name="Google Shape;446;p34"/>
            <p:cNvCxnSpPr/>
            <p:nvPr/>
          </p:nvCxnSpPr>
          <p:spPr>
            <a:xfrm>
              <a:off x="171036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91" name="Google Shape;447;p34"/>
            <p:cNvCxnSpPr/>
            <p:nvPr/>
          </p:nvCxnSpPr>
          <p:spPr>
            <a:xfrm>
              <a:off x="0" y="4708800"/>
              <a:ext cx="171036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92" name="Google Shape;448;p34"/>
            <p:cNvCxnSpPr/>
            <p:nvPr/>
          </p:nvCxnSpPr>
          <p:spPr>
            <a:xfrm>
              <a:off x="0" y="2976120"/>
              <a:ext cx="171036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cxnSp>
        <p:nvCxnSpPr>
          <p:cNvPr id="293" name="Google Shape;449;p34"/>
          <p:cNvCxnSpPr/>
          <p:nvPr/>
        </p:nvCxnSpPr>
        <p:spPr>
          <a:xfrm flipV="1">
            <a:off x="8421480" y="542160"/>
            <a:ext cx="360" cy="46947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294" name="Google Shape;450;p34"/>
          <p:cNvSpPr/>
          <p:nvPr/>
        </p:nvSpPr>
        <p:spPr>
          <a:xfrm rot="16200000" flipH="1">
            <a:off x="7819200" y="4001400"/>
            <a:ext cx="342720" cy="8618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95" name="Google Shape;451;p34"/>
          <p:cNvSpPr/>
          <p:nvPr/>
        </p:nvSpPr>
        <p:spPr>
          <a:xfrm>
            <a:off x="2230920" y="-53820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722520" y="539640"/>
            <a:ext cx="76989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97" name="Google Shape;50;p5"/>
          <p:cNvGrpSpPr/>
          <p:nvPr/>
        </p:nvGrpSpPr>
        <p:grpSpPr>
          <a:xfrm>
            <a:off x="5728680" y="-769680"/>
            <a:ext cx="3414960" cy="1308960"/>
            <a:chOff x="5728680" y="-769680"/>
            <a:chExt cx="3414960" cy="1308960"/>
          </a:xfrm>
        </p:grpSpPr>
        <p:cxnSp>
          <p:nvCxnSpPr>
            <p:cNvPr id="298" name="Google Shape;51;p5"/>
            <p:cNvCxnSpPr/>
            <p:nvPr/>
          </p:nvCxnSpPr>
          <p:spPr>
            <a:xfrm flipH="1">
              <a:off x="5728680" y="-32940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99" name="Google Shape;52;p5"/>
            <p:cNvCxnSpPr/>
            <p:nvPr/>
          </p:nvCxnSpPr>
          <p:spPr>
            <a:xfrm flipH="1">
              <a:off x="5728680" y="10476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00" name="Google Shape;53;p5"/>
            <p:cNvCxnSpPr/>
            <p:nvPr/>
          </p:nvCxnSpPr>
          <p:spPr>
            <a:xfrm flipH="1">
              <a:off x="5728680" y="53928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01" name="Google Shape;54;p5"/>
            <p:cNvCxnSpPr/>
            <p:nvPr/>
          </p:nvCxnSpPr>
          <p:spPr>
            <a:xfrm>
              <a:off x="8714880" y="-769680"/>
              <a:ext cx="360" cy="1309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02" name="Google Shape;55;p5"/>
            <p:cNvCxnSpPr/>
            <p:nvPr/>
          </p:nvCxnSpPr>
          <p:spPr>
            <a:xfrm>
              <a:off x="8285760" y="-769680"/>
              <a:ext cx="360" cy="1309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03" name="Google Shape;56;p5"/>
            <p:cNvCxnSpPr/>
            <p:nvPr/>
          </p:nvCxnSpPr>
          <p:spPr>
            <a:xfrm>
              <a:off x="7862400" y="-769680"/>
              <a:ext cx="360" cy="1309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04" name="Google Shape;57;p5"/>
            <p:cNvCxnSpPr/>
            <p:nvPr/>
          </p:nvCxnSpPr>
          <p:spPr>
            <a:xfrm>
              <a:off x="7433280" y="-769680"/>
              <a:ext cx="360" cy="1309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05" name="Google Shape;58;p5"/>
            <p:cNvCxnSpPr/>
            <p:nvPr/>
          </p:nvCxnSpPr>
          <p:spPr>
            <a:xfrm>
              <a:off x="7009920" y="-769680"/>
              <a:ext cx="360" cy="1309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06" name="Google Shape;59;p5"/>
            <p:cNvCxnSpPr/>
            <p:nvPr/>
          </p:nvCxnSpPr>
          <p:spPr>
            <a:xfrm>
              <a:off x="6580800" y="-769680"/>
              <a:ext cx="360" cy="1309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07" name="Google Shape;60;p5"/>
            <p:cNvCxnSpPr/>
            <p:nvPr/>
          </p:nvCxnSpPr>
          <p:spPr>
            <a:xfrm>
              <a:off x="6157440" y="-769680"/>
              <a:ext cx="360" cy="1309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08" name="Google Shape;61;p5"/>
            <p:cNvCxnSpPr/>
            <p:nvPr/>
          </p:nvCxnSpPr>
          <p:spPr>
            <a:xfrm>
              <a:off x="5728680" y="-769680"/>
              <a:ext cx="360" cy="1309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309" name="Google Shape;62;p5"/>
          <p:cNvSpPr/>
          <p:nvPr/>
        </p:nvSpPr>
        <p:spPr>
          <a:xfrm rot="5400000">
            <a:off x="8454960" y="154800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310" name="Google Shape;63;p5"/>
          <p:cNvCxnSpPr/>
          <p:nvPr/>
        </p:nvCxnSpPr>
        <p:spPr>
          <a:xfrm>
            <a:off x="731520" y="4603680"/>
            <a:ext cx="846252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311" name="Google Shape;64;p5"/>
          <p:cNvSpPr/>
          <p:nvPr/>
        </p:nvSpPr>
        <p:spPr>
          <a:xfrm flipH="1">
            <a:off x="8421480" y="3741840"/>
            <a:ext cx="342720" cy="8618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12" name="Google Shape;65;p5"/>
          <p:cNvGrpSpPr/>
          <p:nvPr/>
        </p:nvGrpSpPr>
        <p:grpSpPr>
          <a:xfrm>
            <a:off x="722160" y="4604040"/>
            <a:ext cx="2278440" cy="330120"/>
            <a:chOff x="722160" y="4604040"/>
            <a:chExt cx="2278440" cy="330120"/>
          </a:xfrm>
        </p:grpSpPr>
        <p:sp>
          <p:nvSpPr>
            <p:cNvPr id="313" name="Google Shape;66;p5"/>
            <p:cNvSpPr/>
            <p:nvPr/>
          </p:nvSpPr>
          <p:spPr>
            <a:xfrm flipH="1">
              <a:off x="721800" y="460404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" name="Google Shape;67;p5"/>
            <p:cNvSpPr/>
            <p:nvPr/>
          </p:nvSpPr>
          <p:spPr>
            <a:xfrm flipH="1">
              <a:off x="774000" y="466560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722520" y="539640"/>
            <a:ext cx="76989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16" name="Google Shape;70;p6"/>
          <p:cNvGrpSpPr/>
          <p:nvPr/>
        </p:nvGrpSpPr>
        <p:grpSpPr>
          <a:xfrm>
            <a:off x="5728680" y="-324000"/>
            <a:ext cx="3414960" cy="863280"/>
            <a:chOff x="5728680" y="-324000"/>
            <a:chExt cx="3414960" cy="863280"/>
          </a:xfrm>
        </p:grpSpPr>
        <p:cxnSp>
          <p:nvCxnSpPr>
            <p:cNvPr id="317" name="Google Shape;71;p6"/>
            <p:cNvCxnSpPr/>
            <p:nvPr/>
          </p:nvCxnSpPr>
          <p:spPr>
            <a:xfrm flipH="1">
              <a:off x="5728680" y="-32400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18" name="Google Shape;72;p6"/>
            <p:cNvCxnSpPr/>
            <p:nvPr/>
          </p:nvCxnSpPr>
          <p:spPr>
            <a:xfrm>
              <a:off x="8714880" y="-324000"/>
              <a:ext cx="360" cy="86364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19" name="Google Shape;73;p6"/>
            <p:cNvCxnSpPr/>
            <p:nvPr/>
          </p:nvCxnSpPr>
          <p:spPr>
            <a:xfrm>
              <a:off x="8285760" y="-324000"/>
              <a:ext cx="360" cy="86364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20" name="Google Shape;74;p6"/>
            <p:cNvCxnSpPr/>
            <p:nvPr/>
          </p:nvCxnSpPr>
          <p:spPr>
            <a:xfrm>
              <a:off x="7862400" y="-324000"/>
              <a:ext cx="360" cy="86364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21" name="Google Shape;75;p6"/>
            <p:cNvCxnSpPr/>
            <p:nvPr/>
          </p:nvCxnSpPr>
          <p:spPr>
            <a:xfrm>
              <a:off x="7433280" y="-324000"/>
              <a:ext cx="360" cy="86364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22" name="Google Shape;76;p6"/>
            <p:cNvCxnSpPr/>
            <p:nvPr/>
          </p:nvCxnSpPr>
          <p:spPr>
            <a:xfrm>
              <a:off x="7009920" y="-324000"/>
              <a:ext cx="360" cy="86364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23" name="Google Shape;77;p6"/>
            <p:cNvCxnSpPr/>
            <p:nvPr/>
          </p:nvCxnSpPr>
          <p:spPr>
            <a:xfrm>
              <a:off x="6580800" y="-324000"/>
              <a:ext cx="360" cy="86364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24" name="Google Shape;78;p6"/>
            <p:cNvCxnSpPr/>
            <p:nvPr/>
          </p:nvCxnSpPr>
          <p:spPr>
            <a:xfrm>
              <a:off x="6157440" y="-324000"/>
              <a:ext cx="360" cy="86364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25" name="Google Shape;79;p6"/>
            <p:cNvCxnSpPr/>
            <p:nvPr/>
          </p:nvCxnSpPr>
          <p:spPr>
            <a:xfrm>
              <a:off x="5728680" y="-324000"/>
              <a:ext cx="360" cy="86364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26" name="Google Shape;80;p6"/>
            <p:cNvCxnSpPr/>
            <p:nvPr/>
          </p:nvCxnSpPr>
          <p:spPr>
            <a:xfrm flipH="1">
              <a:off x="5728680" y="10476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27" name="Google Shape;81;p6"/>
            <p:cNvCxnSpPr/>
            <p:nvPr/>
          </p:nvCxnSpPr>
          <p:spPr>
            <a:xfrm flipH="1">
              <a:off x="5728680" y="53928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328" name="Google Shape;82;p6"/>
          <p:cNvSpPr/>
          <p:nvPr/>
        </p:nvSpPr>
        <p:spPr>
          <a:xfrm rot="16200000">
            <a:off x="-703800" y="215964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29" name="Google Shape;83;p6"/>
          <p:cNvGrpSpPr/>
          <p:nvPr/>
        </p:nvGrpSpPr>
        <p:grpSpPr>
          <a:xfrm>
            <a:off x="722160" y="4604040"/>
            <a:ext cx="2278440" cy="330120"/>
            <a:chOff x="722160" y="4604040"/>
            <a:chExt cx="2278440" cy="330120"/>
          </a:xfrm>
        </p:grpSpPr>
        <p:sp>
          <p:nvSpPr>
            <p:cNvPr id="330" name="Google Shape;84;p6"/>
            <p:cNvSpPr/>
            <p:nvPr/>
          </p:nvSpPr>
          <p:spPr>
            <a:xfrm flipH="1">
              <a:off x="721800" y="460404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1" name="Google Shape;85;p6"/>
            <p:cNvSpPr/>
            <p:nvPr/>
          </p:nvSpPr>
          <p:spPr>
            <a:xfrm flipH="1">
              <a:off x="774000" y="466560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32" name="Google Shape;86;p6"/>
          <p:cNvGrpSpPr/>
          <p:nvPr/>
        </p:nvGrpSpPr>
        <p:grpSpPr>
          <a:xfrm>
            <a:off x="-126000" y="74160"/>
            <a:ext cx="813600" cy="817920"/>
            <a:chOff x="-126000" y="74160"/>
            <a:chExt cx="813600" cy="817920"/>
          </a:xfrm>
        </p:grpSpPr>
        <p:sp>
          <p:nvSpPr>
            <p:cNvPr id="333" name="Google Shape;87;p6"/>
            <p:cNvSpPr/>
            <p:nvPr/>
          </p:nvSpPr>
          <p:spPr>
            <a:xfrm flipH="1">
              <a:off x="-72000" y="13104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4" name="Google Shape;88;p6"/>
            <p:cNvSpPr/>
            <p:nvPr/>
          </p:nvSpPr>
          <p:spPr>
            <a:xfrm rot="5400000" flipH="1">
              <a:off x="-128160" y="7632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335" name="Google Shape;89;p6"/>
          <p:cNvCxnSpPr/>
          <p:nvPr/>
        </p:nvCxnSpPr>
        <p:spPr>
          <a:xfrm>
            <a:off x="731520" y="4603680"/>
            <a:ext cx="846252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722520" y="539640"/>
            <a:ext cx="769896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2627280" y="1944000"/>
            <a:ext cx="3889080" cy="1852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339" name="Google Shape;93;p7"/>
          <p:cNvGrpSpPr/>
          <p:nvPr/>
        </p:nvGrpSpPr>
        <p:grpSpPr>
          <a:xfrm>
            <a:off x="8421120" y="540000"/>
            <a:ext cx="330120" cy="2278440"/>
            <a:chOff x="8421120" y="540000"/>
            <a:chExt cx="330120" cy="2278440"/>
          </a:xfrm>
        </p:grpSpPr>
        <p:sp>
          <p:nvSpPr>
            <p:cNvPr id="340" name="Google Shape;94;p7"/>
            <p:cNvSpPr/>
            <p:nvPr/>
          </p:nvSpPr>
          <p:spPr>
            <a:xfrm rot="5400000" flipH="1">
              <a:off x="7446600" y="151416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1" name="Google Shape;95;p7"/>
            <p:cNvSpPr/>
            <p:nvPr/>
          </p:nvSpPr>
          <p:spPr>
            <a:xfrm rot="5400000" flipH="1">
              <a:off x="8351640" y="72324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42" name="Google Shape;96;p7"/>
          <p:cNvSpPr/>
          <p:nvPr/>
        </p:nvSpPr>
        <p:spPr>
          <a:xfrm>
            <a:off x="284040" y="-58896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343" name="Google Shape;97;p7"/>
          <p:cNvCxnSpPr/>
          <p:nvPr/>
        </p:nvCxnSpPr>
        <p:spPr>
          <a:xfrm flipV="1">
            <a:off x="8421480" y="542160"/>
            <a:ext cx="360" cy="46947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2348640" y="1398240"/>
            <a:ext cx="4446360" cy="23464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45" name="Google Shape;100;p8"/>
          <p:cNvGrpSpPr/>
          <p:nvPr/>
        </p:nvGrpSpPr>
        <p:grpSpPr>
          <a:xfrm>
            <a:off x="6142320" y="4604040"/>
            <a:ext cx="2278440" cy="330120"/>
            <a:chOff x="6142320" y="4604040"/>
            <a:chExt cx="2278440" cy="330120"/>
          </a:xfrm>
        </p:grpSpPr>
        <p:sp>
          <p:nvSpPr>
            <p:cNvPr id="346" name="Google Shape;101;p8"/>
            <p:cNvSpPr/>
            <p:nvPr/>
          </p:nvSpPr>
          <p:spPr>
            <a:xfrm flipH="1">
              <a:off x="6141960" y="460404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" name="Google Shape;102;p8"/>
            <p:cNvSpPr/>
            <p:nvPr/>
          </p:nvSpPr>
          <p:spPr>
            <a:xfrm flipH="1">
              <a:off x="6194520" y="466560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348" name="Google Shape;103;p8"/>
          <p:cNvCxnSpPr/>
          <p:nvPr/>
        </p:nvCxnSpPr>
        <p:spPr>
          <a:xfrm>
            <a:off x="6142680" y="4603680"/>
            <a:ext cx="309564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349" name="Google Shape;104;p8"/>
          <p:cNvSpPr/>
          <p:nvPr/>
        </p:nvSpPr>
        <p:spPr>
          <a:xfrm flipH="1">
            <a:off x="8421480" y="539640"/>
            <a:ext cx="342720" cy="8618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016360" y="2770560"/>
            <a:ext cx="5110920" cy="572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235680" y="2382480"/>
            <a:ext cx="5485320" cy="14572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title"/>
          </p:nvPr>
        </p:nvSpPr>
        <p:spPr>
          <a:xfrm>
            <a:off x="3359520" y="1546560"/>
            <a:ext cx="757800" cy="757800"/>
          </a:xfrm>
          <a:prstGeom prst="rect">
            <a:avLst/>
          </a:prstGeom>
          <a:solidFill>
            <a:schemeClr val="lt1"/>
          </a:solidFill>
          <a:ln w="9360">
            <a:solidFill>
              <a:srgbClr val="000000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966240" y="1547640"/>
            <a:ext cx="3684240" cy="1417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5032080" y="999000"/>
            <a:ext cx="3145320" cy="3145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9" name="Google Shape;212;p19"/>
          <p:cNvSpPr/>
          <p:nvPr/>
        </p:nvSpPr>
        <p:spPr>
          <a:xfrm rot="10800000">
            <a:off x="2700360" y="452628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0" name="Google Shape;213;p19"/>
          <p:cNvSpPr/>
          <p:nvPr/>
        </p:nvSpPr>
        <p:spPr>
          <a:xfrm>
            <a:off x="8380800" y="1244880"/>
            <a:ext cx="602280" cy="601200"/>
          </a:xfrm>
          <a:custGeom>
            <a:avLst/>
            <a:gdLst>
              <a:gd name="textAreaLeft" fmla="*/ 0 w 602280"/>
              <a:gd name="textAreaRight" fmla="*/ 602640 w 602280"/>
              <a:gd name="textAreaTop" fmla="*/ 0 h 601200"/>
              <a:gd name="textAreaBottom" fmla="*/ 601560 h 601200"/>
            </a:gdLst>
            <a:ahLst/>
            <a:cxnLst/>
            <a:rect l="textAreaLeft" t="textAreaTop" r="textAreaRight" b="textAreaBottom"/>
            <a:pathLst>
              <a:path w="32392" h="32316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383840" y="1214280"/>
            <a:ext cx="2255760" cy="979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983120" y="1683000"/>
            <a:ext cx="2255760" cy="979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539360" y="1683000"/>
            <a:ext cx="2255760" cy="979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722520" y="539640"/>
            <a:ext cx="76989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722520" y="1187640"/>
            <a:ext cx="769896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02" name="Google Shape;226;p23"/>
          <p:cNvSpPr/>
          <p:nvPr/>
        </p:nvSpPr>
        <p:spPr>
          <a:xfrm>
            <a:off x="6909120" y="-58428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3" name="Google Shape;227;p23"/>
          <p:cNvSpPr/>
          <p:nvPr/>
        </p:nvSpPr>
        <p:spPr>
          <a:xfrm rot="5400000" flipH="1">
            <a:off x="982080" y="-62640"/>
            <a:ext cx="342720" cy="8618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104" name="Google Shape;228;p23"/>
          <p:cNvCxnSpPr/>
          <p:nvPr/>
        </p:nvCxnSpPr>
        <p:spPr>
          <a:xfrm flipV="1">
            <a:off x="722160" y="-20160"/>
            <a:ext cx="360" cy="462420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105" name="Google Shape;229;p23"/>
          <p:cNvSpPr/>
          <p:nvPr/>
        </p:nvSpPr>
        <p:spPr>
          <a:xfrm>
            <a:off x="8421480" y="1681200"/>
            <a:ext cx="602280" cy="601200"/>
          </a:xfrm>
          <a:custGeom>
            <a:avLst/>
            <a:gdLst>
              <a:gd name="textAreaLeft" fmla="*/ 0 w 602280"/>
              <a:gd name="textAreaRight" fmla="*/ 602640 w 602280"/>
              <a:gd name="textAreaTop" fmla="*/ 0 h 601200"/>
              <a:gd name="textAreaBottom" fmla="*/ 601560 h 601200"/>
            </a:gdLst>
            <a:ahLst/>
            <a:cxnLst/>
            <a:rect l="textAreaLeft" t="textAreaTop" r="textAreaRight" b="textAreaBottom"/>
            <a:pathLst>
              <a:path w="32392" h="32316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06" name="Google Shape;230;p23"/>
          <p:cNvGrpSpPr/>
          <p:nvPr/>
        </p:nvGrpSpPr>
        <p:grpSpPr>
          <a:xfrm>
            <a:off x="1549080" y="4604040"/>
            <a:ext cx="813600" cy="817920"/>
            <a:chOff x="1549080" y="4604040"/>
            <a:chExt cx="813600" cy="817920"/>
          </a:xfrm>
        </p:grpSpPr>
        <p:sp>
          <p:nvSpPr>
            <p:cNvPr id="107" name="Google Shape;231;p23"/>
            <p:cNvSpPr/>
            <p:nvPr/>
          </p:nvSpPr>
          <p:spPr>
            <a:xfrm flipH="1">
              <a:off x="1603440" y="466092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232;p23"/>
            <p:cNvSpPr/>
            <p:nvPr/>
          </p:nvSpPr>
          <p:spPr>
            <a:xfrm rot="5400000" flipH="1">
              <a:off x="1546920" y="460620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1567080" y="1411560"/>
            <a:ext cx="6009840" cy="10555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51" name="Google Shape;108;p9"/>
          <p:cNvSpPr/>
          <p:nvPr/>
        </p:nvSpPr>
        <p:spPr>
          <a:xfrm rot="5400000" flipH="1">
            <a:off x="982080" y="-62640"/>
            <a:ext cx="342720" cy="8618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352" name="Google Shape;109;p9"/>
          <p:cNvCxnSpPr/>
          <p:nvPr/>
        </p:nvCxnSpPr>
        <p:spPr>
          <a:xfrm flipV="1">
            <a:off x="722160" y="-20160"/>
            <a:ext cx="360" cy="462420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54" name="PlaceHolder 2"/>
          <p:cNvSpPr>
            <a:spLocks noGrp="1"/>
          </p:cNvSpPr>
          <p:nvPr>
            <p:ph type="title"/>
          </p:nvPr>
        </p:nvSpPr>
        <p:spPr>
          <a:xfrm>
            <a:off x="722520" y="539640"/>
            <a:ext cx="4183920" cy="10036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716760" y="51084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462;p38"/>
          <p:cNvGrpSpPr/>
          <p:nvPr/>
        </p:nvGrpSpPr>
        <p:grpSpPr>
          <a:xfrm>
            <a:off x="0" y="0"/>
            <a:ext cx="3414960" cy="2172600"/>
            <a:chOff x="0" y="0"/>
            <a:chExt cx="3414960" cy="2172600"/>
          </a:xfrm>
        </p:grpSpPr>
        <p:cxnSp>
          <p:nvCxnSpPr>
            <p:cNvPr id="357" name="Google Shape;463;p38"/>
            <p:cNvCxnSpPr/>
            <p:nvPr/>
          </p:nvCxnSpPr>
          <p:spPr>
            <a:xfrm>
              <a:off x="0" y="43992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58" name="Google Shape;464;p38"/>
            <p:cNvCxnSpPr/>
            <p:nvPr/>
          </p:nvCxnSpPr>
          <p:spPr>
            <a:xfrm>
              <a:off x="0" y="87444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59" name="Google Shape;465;p38"/>
            <p:cNvCxnSpPr/>
            <p:nvPr/>
          </p:nvCxnSpPr>
          <p:spPr>
            <a:xfrm>
              <a:off x="0" y="130896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60" name="Google Shape;466;p38"/>
            <p:cNvCxnSpPr/>
            <p:nvPr/>
          </p:nvCxnSpPr>
          <p:spPr>
            <a:xfrm>
              <a:off x="428760" y="0"/>
              <a:ext cx="360" cy="21729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61" name="Google Shape;467;p38"/>
            <p:cNvCxnSpPr/>
            <p:nvPr/>
          </p:nvCxnSpPr>
          <p:spPr>
            <a:xfrm>
              <a:off x="857880" y="0"/>
              <a:ext cx="360" cy="21729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62" name="Google Shape;468;p38"/>
            <p:cNvCxnSpPr/>
            <p:nvPr/>
          </p:nvCxnSpPr>
          <p:spPr>
            <a:xfrm>
              <a:off x="1281240" y="0"/>
              <a:ext cx="360" cy="21729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63" name="Google Shape;469;p38"/>
            <p:cNvCxnSpPr/>
            <p:nvPr/>
          </p:nvCxnSpPr>
          <p:spPr>
            <a:xfrm>
              <a:off x="1710360" y="0"/>
              <a:ext cx="360" cy="21729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64" name="Google Shape;470;p38"/>
            <p:cNvCxnSpPr/>
            <p:nvPr/>
          </p:nvCxnSpPr>
          <p:spPr>
            <a:xfrm>
              <a:off x="2133720" y="0"/>
              <a:ext cx="360" cy="21729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65" name="Google Shape;471;p38"/>
            <p:cNvCxnSpPr/>
            <p:nvPr/>
          </p:nvCxnSpPr>
          <p:spPr>
            <a:xfrm>
              <a:off x="2562480" y="0"/>
              <a:ext cx="360" cy="21729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66" name="Google Shape;472;p38"/>
            <p:cNvCxnSpPr/>
            <p:nvPr/>
          </p:nvCxnSpPr>
          <p:spPr>
            <a:xfrm>
              <a:off x="2986200" y="0"/>
              <a:ext cx="360" cy="21729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67" name="Google Shape;473;p38"/>
            <p:cNvCxnSpPr/>
            <p:nvPr/>
          </p:nvCxnSpPr>
          <p:spPr>
            <a:xfrm>
              <a:off x="3414960" y="0"/>
              <a:ext cx="360" cy="21729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68" name="Google Shape;474;p38"/>
            <p:cNvCxnSpPr/>
            <p:nvPr/>
          </p:nvCxnSpPr>
          <p:spPr>
            <a:xfrm>
              <a:off x="0" y="173808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69" name="Google Shape;475;p38"/>
            <p:cNvCxnSpPr/>
            <p:nvPr/>
          </p:nvCxnSpPr>
          <p:spPr>
            <a:xfrm>
              <a:off x="0" y="217260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2467080" y="1190520"/>
            <a:ext cx="4200120" cy="22762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Sales </a:t>
            </a: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Dashboard</a:t>
            </a:r>
            <a:endParaRPr lang="fr-FR" sz="4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1" name="PlaceHolder 2"/>
          <p:cNvSpPr>
            <a:spLocks noGrp="1"/>
          </p:cNvSpPr>
          <p:nvPr>
            <p:ph type="subTitle"/>
          </p:nvPr>
        </p:nvSpPr>
        <p:spPr>
          <a:xfrm>
            <a:off x="2467080" y="3505320"/>
            <a:ext cx="4200120" cy="447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500" b="0" u="none" strike="noStrike" dirty="0">
                <a:solidFill>
                  <a:schemeClr val="dk1"/>
                </a:solidFill>
                <a:effectLst/>
                <a:uFillTx/>
                <a:latin typeface="Proxima Nova"/>
                <a:ea typeface="arial"/>
              </a:rPr>
              <a:t>Data Analyst Internship – Task 4 | BSHALINI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72" name="Google Shape;478;p38"/>
          <p:cNvSpPr/>
          <p:nvPr/>
        </p:nvSpPr>
        <p:spPr>
          <a:xfrm>
            <a:off x="8248680" y="3743280"/>
            <a:ext cx="342720" cy="866520"/>
          </a:xfrm>
          <a:prstGeom prst="rect">
            <a:avLst/>
          </a:prstGeom>
          <a:solidFill>
            <a:schemeClr val="dk1">
              <a:alpha val="10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433440" rIns="870823080" bIns="433440" anchor="ctr">
            <a:normAutofit fontScale="2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3" name="Google Shape;479;p38"/>
          <p:cNvSpPr/>
          <p:nvPr/>
        </p:nvSpPr>
        <p:spPr>
          <a:xfrm>
            <a:off x="420840" y="3248280"/>
            <a:ext cx="602280" cy="601200"/>
          </a:xfrm>
          <a:custGeom>
            <a:avLst/>
            <a:gdLst>
              <a:gd name="textAreaLeft" fmla="*/ 0 w 602280"/>
              <a:gd name="textAreaRight" fmla="*/ 602640 w 602280"/>
              <a:gd name="textAreaTop" fmla="*/ 0 h 601200"/>
              <a:gd name="textAreaBottom" fmla="*/ 601560 h 601200"/>
            </a:gdLst>
            <a:ahLst/>
            <a:cxnLst/>
            <a:rect l="textAreaLeft" t="textAreaTop" r="textAreaRight" b="textAreaBottom"/>
            <a:pathLst>
              <a:path w="32392" h="32316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4" name="Google Shape;480;p38"/>
          <p:cNvSpPr/>
          <p:nvPr/>
        </p:nvSpPr>
        <p:spPr>
          <a:xfrm>
            <a:off x="5493960" y="-41976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75" name="Google Shape;481;p38"/>
          <p:cNvGrpSpPr/>
          <p:nvPr/>
        </p:nvGrpSpPr>
        <p:grpSpPr>
          <a:xfrm>
            <a:off x="8012520" y="345600"/>
            <a:ext cx="817920" cy="813600"/>
            <a:chOff x="8012520" y="345600"/>
            <a:chExt cx="817920" cy="813600"/>
          </a:xfrm>
        </p:grpSpPr>
        <p:sp>
          <p:nvSpPr>
            <p:cNvPr id="376" name="Google Shape;482;p38"/>
            <p:cNvSpPr/>
            <p:nvPr/>
          </p:nvSpPr>
          <p:spPr>
            <a:xfrm>
              <a:off x="8069400" y="40032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7" name="Google Shape;483;p38"/>
            <p:cNvSpPr/>
            <p:nvPr/>
          </p:nvSpPr>
          <p:spPr>
            <a:xfrm>
              <a:off x="8012520" y="345600"/>
              <a:ext cx="817920" cy="813600"/>
            </a:xfrm>
            <a:prstGeom prst="pie">
              <a:avLst>
                <a:gd name="adj1" fmla="val 16037467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" name="Google Shape;517;p41"/>
          <p:cNvGrpSpPr/>
          <p:nvPr/>
        </p:nvGrpSpPr>
        <p:grpSpPr>
          <a:xfrm>
            <a:off x="315360" y="343440"/>
            <a:ext cx="813600" cy="817920"/>
            <a:chOff x="315360" y="343440"/>
            <a:chExt cx="813600" cy="817920"/>
          </a:xfrm>
        </p:grpSpPr>
        <p:sp>
          <p:nvSpPr>
            <p:cNvPr id="379" name="Google Shape;518;p41"/>
            <p:cNvSpPr/>
            <p:nvPr/>
          </p:nvSpPr>
          <p:spPr>
            <a:xfrm flipH="1">
              <a:off x="369720" y="40032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0" name="Google Shape;519;p41"/>
            <p:cNvSpPr/>
            <p:nvPr/>
          </p:nvSpPr>
          <p:spPr>
            <a:xfrm rot="5400000" flipH="1">
              <a:off x="312840" y="34560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81" name="Google Shape;520;p41"/>
          <p:cNvGrpSpPr/>
          <p:nvPr/>
        </p:nvGrpSpPr>
        <p:grpSpPr>
          <a:xfrm>
            <a:off x="5728320" y="2968920"/>
            <a:ext cx="3415320" cy="2174400"/>
            <a:chOff x="5728320" y="2968920"/>
            <a:chExt cx="3415320" cy="2174400"/>
          </a:xfrm>
        </p:grpSpPr>
        <p:cxnSp>
          <p:nvCxnSpPr>
            <p:cNvPr id="382" name="Google Shape;521;p41"/>
            <p:cNvCxnSpPr/>
            <p:nvPr/>
          </p:nvCxnSpPr>
          <p:spPr>
            <a:xfrm>
              <a:off x="5728680" y="341064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83" name="Google Shape;522;p41"/>
            <p:cNvCxnSpPr/>
            <p:nvPr/>
          </p:nvCxnSpPr>
          <p:spPr>
            <a:xfrm>
              <a:off x="5728680" y="384516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84" name="Google Shape;523;p41"/>
            <p:cNvCxnSpPr/>
            <p:nvPr/>
          </p:nvCxnSpPr>
          <p:spPr>
            <a:xfrm>
              <a:off x="5728680" y="427968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85" name="Google Shape;524;p41"/>
            <p:cNvCxnSpPr/>
            <p:nvPr/>
          </p:nvCxnSpPr>
          <p:spPr>
            <a:xfrm>
              <a:off x="615744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86" name="Google Shape;525;p41"/>
            <p:cNvCxnSpPr/>
            <p:nvPr/>
          </p:nvCxnSpPr>
          <p:spPr>
            <a:xfrm>
              <a:off x="658656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87" name="Google Shape;526;p41"/>
            <p:cNvCxnSpPr/>
            <p:nvPr/>
          </p:nvCxnSpPr>
          <p:spPr>
            <a:xfrm>
              <a:off x="700992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88" name="Google Shape;527;p41"/>
            <p:cNvCxnSpPr/>
            <p:nvPr/>
          </p:nvCxnSpPr>
          <p:spPr>
            <a:xfrm>
              <a:off x="743904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89" name="Google Shape;528;p41"/>
            <p:cNvCxnSpPr/>
            <p:nvPr/>
          </p:nvCxnSpPr>
          <p:spPr>
            <a:xfrm>
              <a:off x="786240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90" name="Google Shape;529;p41"/>
            <p:cNvCxnSpPr/>
            <p:nvPr/>
          </p:nvCxnSpPr>
          <p:spPr>
            <a:xfrm>
              <a:off x="829152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91" name="Google Shape;530;p41"/>
            <p:cNvCxnSpPr/>
            <p:nvPr/>
          </p:nvCxnSpPr>
          <p:spPr>
            <a:xfrm>
              <a:off x="871488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92" name="Google Shape;531;p41"/>
            <p:cNvCxnSpPr/>
            <p:nvPr/>
          </p:nvCxnSpPr>
          <p:spPr>
            <a:xfrm>
              <a:off x="572832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93" name="Google Shape;532;p41"/>
            <p:cNvCxnSpPr/>
            <p:nvPr/>
          </p:nvCxnSpPr>
          <p:spPr>
            <a:xfrm>
              <a:off x="5728680" y="470880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94" name="Google Shape;533;p41"/>
            <p:cNvCxnSpPr/>
            <p:nvPr/>
          </p:nvCxnSpPr>
          <p:spPr>
            <a:xfrm>
              <a:off x="5728680" y="296892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395" name="Google Shape;534;p41"/>
          <p:cNvSpPr/>
          <p:nvPr/>
        </p:nvSpPr>
        <p:spPr>
          <a:xfrm>
            <a:off x="4339080" y="-27036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96" name="PlaceHolder 1"/>
          <p:cNvSpPr>
            <a:spLocks noGrp="1"/>
          </p:cNvSpPr>
          <p:nvPr>
            <p:ph type="title"/>
          </p:nvPr>
        </p:nvSpPr>
        <p:spPr>
          <a:xfrm>
            <a:off x="1314360" y="1752480"/>
            <a:ext cx="6552720" cy="10188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Introduction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7" name="PlaceHolder 2"/>
          <p:cNvSpPr>
            <a:spLocks noGrp="1"/>
          </p:cNvSpPr>
          <p:nvPr>
            <p:ph type="subTitle"/>
          </p:nvPr>
        </p:nvSpPr>
        <p:spPr>
          <a:xfrm>
            <a:off x="1314360" y="2590920"/>
            <a:ext cx="6552720" cy="12380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rmAutofit fontScale="85000" lnSpcReduction="19999"/>
          </a:bodyPr>
          <a:lstStyle/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This presentation introduces the </a:t>
            </a:r>
            <a:r>
              <a:rPr lang="en-US" sz="15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Sales Performance Dashboard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built for internship Task 4, demonstrating interactive analyses for sales trends and profitability.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The dashboard enables quick decision-making via slicers, time-series and category views, highlighting key metrics and actionable insights.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" name="Google Shape;517;p41"/>
          <p:cNvGrpSpPr/>
          <p:nvPr/>
        </p:nvGrpSpPr>
        <p:grpSpPr>
          <a:xfrm>
            <a:off x="315360" y="343440"/>
            <a:ext cx="813600" cy="817920"/>
            <a:chOff x="315360" y="343440"/>
            <a:chExt cx="813600" cy="817920"/>
          </a:xfrm>
        </p:grpSpPr>
        <p:sp>
          <p:nvSpPr>
            <p:cNvPr id="399" name="Google Shape;518;p41"/>
            <p:cNvSpPr/>
            <p:nvPr/>
          </p:nvSpPr>
          <p:spPr>
            <a:xfrm flipH="1">
              <a:off x="369720" y="40032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0" name="Google Shape;519;p41"/>
            <p:cNvSpPr/>
            <p:nvPr/>
          </p:nvSpPr>
          <p:spPr>
            <a:xfrm rot="5400000" flipH="1">
              <a:off x="312840" y="34560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01" name="Google Shape;520;p41"/>
          <p:cNvGrpSpPr/>
          <p:nvPr/>
        </p:nvGrpSpPr>
        <p:grpSpPr>
          <a:xfrm>
            <a:off x="5728320" y="2968920"/>
            <a:ext cx="3415320" cy="2174400"/>
            <a:chOff x="5728320" y="2968920"/>
            <a:chExt cx="3415320" cy="2174400"/>
          </a:xfrm>
        </p:grpSpPr>
        <p:cxnSp>
          <p:nvCxnSpPr>
            <p:cNvPr id="402" name="Google Shape;521;p41"/>
            <p:cNvCxnSpPr/>
            <p:nvPr/>
          </p:nvCxnSpPr>
          <p:spPr>
            <a:xfrm>
              <a:off x="5728680" y="341064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03" name="Google Shape;522;p41"/>
            <p:cNvCxnSpPr/>
            <p:nvPr/>
          </p:nvCxnSpPr>
          <p:spPr>
            <a:xfrm>
              <a:off x="5728680" y="384516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04" name="Google Shape;523;p41"/>
            <p:cNvCxnSpPr/>
            <p:nvPr/>
          </p:nvCxnSpPr>
          <p:spPr>
            <a:xfrm>
              <a:off x="5728680" y="427968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05" name="Google Shape;524;p41"/>
            <p:cNvCxnSpPr/>
            <p:nvPr/>
          </p:nvCxnSpPr>
          <p:spPr>
            <a:xfrm>
              <a:off x="615744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06" name="Google Shape;525;p41"/>
            <p:cNvCxnSpPr/>
            <p:nvPr/>
          </p:nvCxnSpPr>
          <p:spPr>
            <a:xfrm>
              <a:off x="658656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07" name="Google Shape;526;p41"/>
            <p:cNvCxnSpPr/>
            <p:nvPr/>
          </p:nvCxnSpPr>
          <p:spPr>
            <a:xfrm>
              <a:off x="700992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08" name="Google Shape;527;p41"/>
            <p:cNvCxnSpPr/>
            <p:nvPr/>
          </p:nvCxnSpPr>
          <p:spPr>
            <a:xfrm>
              <a:off x="743904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09" name="Google Shape;528;p41"/>
            <p:cNvCxnSpPr/>
            <p:nvPr/>
          </p:nvCxnSpPr>
          <p:spPr>
            <a:xfrm>
              <a:off x="786240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10" name="Google Shape;529;p41"/>
            <p:cNvCxnSpPr/>
            <p:nvPr/>
          </p:nvCxnSpPr>
          <p:spPr>
            <a:xfrm>
              <a:off x="829152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11" name="Google Shape;530;p41"/>
            <p:cNvCxnSpPr/>
            <p:nvPr/>
          </p:nvCxnSpPr>
          <p:spPr>
            <a:xfrm>
              <a:off x="871488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12" name="Google Shape;531;p41"/>
            <p:cNvCxnSpPr/>
            <p:nvPr/>
          </p:nvCxnSpPr>
          <p:spPr>
            <a:xfrm>
              <a:off x="572832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13" name="Google Shape;532;p41"/>
            <p:cNvCxnSpPr/>
            <p:nvPr/>
          </p:nvCxnSpPr>
          <p:spPr>
            <a:xfrm>
              <a:off x="5728680" y="470880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14" name="Google Shape;533;p41"/>
            <p:cNvCxnSpPr/>
            <p:nvPr/>
          </p:nvCxnSpPr>
          <p:spPr>
            <a:xfrm>
              <a:off x="5728680" y="296892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415" name="Google Shape;534;p41"/>
          <p:cNvSpPr/>
          <p:nvPr/>
        </p:nvSpPr>
        <p:spPr>
          <a:xfrm>
            <a:off x="4339080" y="-27036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16" name="PlaceHolder 1"/>
          <p:cNvSpPr>
            <a:spLocks noGrp="1"/>
          </p:cNvSpPr>
          <p:nvPr>
            <p:ph type="title"/>
          </p:nvPr>
        </p:nvSpPr>
        <p:spPr>
          <a:xfrm>
            <a:off x="1314360" y="1752480"/>
            <a:ext cx="6552720" cy="10188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Record Summary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7" name="PlaceHolder 2"/>
          <p:cNvSpPr>
            <a:spLocks noGrp="1"/>
          </p:cNvSpPr>
          <p:nvPr>
            <p:ph type="subTitle"/>
          </p:nvPr>
        </p:nvSpPr>
        <p:spPr>
          <a:xfrm>
            <a:off x="1314360" y="2590920"/>
            <a:ext cx="6552720" cy="12380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rmAutofit fontScale="85000" lnSpcReduction="19999"/>
          </a:bodyPr>
          <a:lstStyle/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Approximately </a:t>
            </a: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1,000 records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covering transactional sales with Sales and Profit metrics across categories, sub-categories, and states.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Visual, icon-driven overview designed for clarity and rapid stakeholder review.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Rectangle 417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Josefin Sans"/>
              </a:rPr>
              <a:t>Data Fields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9" name="Rectangle 418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     Key fields include 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Order ID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, 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Order Date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, 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Category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, 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Sub-Category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, 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State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, 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Sales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, 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Profit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, and 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Quantity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   Structured to support time-series, geographic, and category-level analyses with clean, minimal layout.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Rectangle 419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Josefin Sans"/>
              </a:rPr>
              <a:t>KPIs &amp; Cards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21" name="Rectangle 420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Three card-style KPIs: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Total Sales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Total Profit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Total Orders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displayed in green, blue, and purple.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Cards include trend sparkline and percentage change for quick executive review.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422" name="image69de65aff1a0d" descr="image69de65aff1a14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3" name="Google Shape;517;p41"/>
          <p:cNvGrpSpPr/>
          <p:nvPr/>
        </p:nvGrpSpPr>
        <p:grpSpPr>
          <a:xfrm>
            <a:off x="315360" y="343440"/>
            <a:ext cx="813600" cy="817920"/>
            <a:chOff x="315360" y="343440"/>
            <a:chExt cx="813600" cy="817920"/>
          </a:xfrm>
        </p:grpSpPr>
        <p:sp>
          <p:nvSpPr>
            <p:cNvPr id="424" name="Google Shape;518;p41"/>
            <p:cNvSpPr/>
            <p:nvPr/>
          </p:nvSpPr>
          <p:spPr>
            <a:xfrm flipH="1">
              <a:off x="369720" y="40032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5" name="Google Shape;519;p41"/>
            <p:cNvSpPr/>
            <p:nvPr/>
          </p:nvSpPr>
          <p:spPr>
            <a:xfrm rot="5400000" flipH="1">
              <a:off x="312840" y="34560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26" name="Google Shape;520;p41"/>
          <p:cNvGrpSpPr/>
          <p:nvPr/>
        </p:nvGrpSpPr>
        <p:grpSpPr>
          <a:xfrm>
            <a:off x="5728320" y="2968920"/>
            <a:ext cx="3415320" cy="2174400"/>
            <a:chOff x="5728320" y="2968920"/>
            <a:chExt cx="3415320" cy="2174400"/>
          </a:xfrm>
        </p:grpSpPr>
        <p:cxnSp>
          <p:nvCxnSpPr>
            <p:cNvPr id="427" name="Google Shape;521;p41"/>
            <p:cNvCxnSpPr/>
            <p:nvPr/>
          </p:nvCxnSpPr>
          <p:spPr>
            <a:xfrm>
              <a:off x="5728680" y="341064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28" name="Google Shape;522;p41"/>
            <p:cNvCxnSpPr/>
            <p:nvPr/>
          </p:nvCxnSpPr>
          <p:spPr>
            <a:xfrm>
              <a:off x="5728680" y="384516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29" name="Google Shape;523;p41"/>
            <p:cNvCxnSpPr/>
            <p:nvPr/>
          </p:nvCxnSpPr>
          <p:spPr>
            <a:xfrm>
              <a:off x="5728680" y="427968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30" name="Google Shape;524;p41"/>
            <p:cNvCxnSpPr/>
            <p:nvPr/>
          </p:nvCxnSpPr>
          <p:spPr>
            <a:xfrm>
              <a:off x="615744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31" name="Google Shape;525;p41"/>
            <p:cNvCxnSpPr/>
            <p:nvPr/>
          </p:nvCxnSpPr>
          <p:spPr>
            <a:xfrm>
              <a:off x="658656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32" name="Google Shape;526;p41"/>
            <p:cNvCxnSpPr/>
            <p:nvPr/>
          </p:nvCxnSpPr>
          <p:spPr>
            <a:xfrm>
              <a:off x="700992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33" name="Google Shape;527;p41"/>
            <p:cNvCxnSpPr/>
            <p:nvPr/>
          </p:nvCxnSpPr>
          <p:spPr>
            <a:xfrm>
              <a:off x="743904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34" name="Google Shape;528;p41"/>
            <p:cNvCxnSpPr/>
            <p:nvPr/>
          </p:nvCxnSpPr>
          <p:spPr>
            <a:xfrm>
              <a:off x="786240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35" name="Google Shape;529;p41"/>
            <p:cNvCxnSpPr/>
            <p:nvPr/>
          </p:nvCxnSpPr>
          <p:spPr>
            <a:xfrm>
              <a:off x="829152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36" name="Google Shape;530;p41"/>
            <p:cNvCxnSpPr/>
            <p:nvPr/>
          </p:nvCxnSpPr>
          <p:spPr>
            <a:xfrm>
              <a:off x="871488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37" name="Google Shape;531;p41"/>
            <p:cNvCxnSpPr/>
            <p:nvPr/>
          </p:nvCxnSpPr>
          <p:spPr>
            <a:xfrm>
              <a:off x="572832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38" name="Google Shape;532;p41"/>
            <p:cNvCxnSpPr/>
            <p:nvPr/>
          </p:nvCxnSpPr>
          <p:spPr>
            <a:xfrm>
              <a:off x="5728680" y="470880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39" name="Google Shape;533;p41"/>
            <p:cNvCxnSpPr/>
            <p:nvPr/>
          </p:nvCxnSpPr>
          <p:spPr>
            <a:xfrm>
              <a:off x="5728680" y="296892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440" name="Google Shape;534;p41"/>
          <p:cNvSpPr/>
          <p:nvPr/>
        </p:nvSpPr>
        <p:spPr>
          <a:xfrm>
            <a:off x="4339080" y="-27036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41" name="PlaceHolder 1"/>
          <p:cNvSpPr>
            <a:spLocks noGrp="1"/>
          </p:cNvSpPr>
          <p:nvPr>
            <p:ph type="title"/>
          </p:nvPr>
        </p:nvSpPr>
        <p:spPr>
          <a:xfrm>
            <a:off x="1314360" y="1752480"/>
            <a:ext cx="6552720" cy="10188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Visualizations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2" name="PlaceHolder 2"/>
          <p:cNvSpPr>
            <a:spLocks noGrp="1"/>
          </p:cNvSpPr>
          <p:nvPr>
            <p:ph type="subTitle"/>
          </p:nvPr>
        </p:nvSpPr>
        <p:spPr>
          <a:xfrm>
            <a:off x="1314360" y="2590920"/>
            <a:ext cx="6552720" cy="12380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rmAutofit fontScale="85000" lnSpcReduction="19999"/>
          </a:bodyPr>
          <a:lstStyle/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Grid layout with interactive elements: slicers (filters), a line chart for time-series, a bar chart for profit by category, and a pie chart for sales by state.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Icons and concise labels prioritize visual clarity and alignment.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Rectangle 442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Josefin Sans"/>
              </a:rPr>
              <a:t>Insights &amp; Conclusion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44" name="Rectangle 443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Sales peaked in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2024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and declined in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2025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; Office Supplies yields the highest profit.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Top states account for most revenue, suggesting regional prioritization.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These insights support targeted strategies and resource allocation.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5" name="Google Shape;517;p41"/>
          <p:cNvGrpSpPr/>
          <p:nvPr/>
        </p:nvGrpSpPr>
        <p:grpSpPr>
          <a:xfrm>
            <a:off x="315360" y="343440"/>
            <a:ext cx="813600" cy="817920"/>
            <a:chOff x="315360" y="343440"/>
            <a:chExt cx="813600" cy="817920"/>
          </a:xfrm>
        </p:grpSpPr>
        <p:sp>
          <p:nvSpPr>
            <p:cNvPr id="446" name="Google Shape;518;p41"/>
            <p:cNvSpPr/>
            <p:nvPr/>
          </p:nvSpPr>
          <p:spPr>
            <a:xfrm flipH="1">
              <a:off x="369720" y="40032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7" name="Google Shape;519;p41"/>
            <p:cNvSpPr/>
            <p:nvPr/>
          </p:nvSpPr>
          <p:spPr>
            <a:xfrm rot="5400000" flipH="1">
              <a:off x="312840" y="34560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48" name="Google Shape;520;p41"/>
          <p:cNvGrpSpPr/>
          <p:nvPr/>
        </p:nvGrpSpPr>
        <p:grpSpPr>
          <a:xfrm>
            <a:off x="5728320" y="2968920"/>
            <a:ext cx="3415320" cy="2174400"/>
            <a:chOff x="5728320" y="2968920"/>
            <a:chExt cx="3415320" cy="2174400"/>
          </a:xfrm>
        </p:grpSpPr>
        <p:cxnSp>
          <p:nvCxnSpPr>
            <p:cNvPr id="449" name="Google Shape;521;p41"/>
            <p:cNvCxnSpPr/>
            <p:nvPr/>
          </p:nvCxnSpPr>
          <p:spPr>
            <a:xfrm>
              <a:off x="5728680" y="341064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50" name="Google Shape;522;p41"/>
            <p:cNvCxnSpPr/>
            <p:nvPr/>
          </p:nvCxnSpPr>
          <p:spPr>
            <a:xfrm>
              <a:off x="5728680" y="384516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51" name="Google Shape;523;p41"/>
            <p:cNvCxnSpPr/>
            <p:nvPr/>
          </p:nvCxnSpPr>
          <p:spPr>
            <a:xfrm>
              <a:off x="5728680" y="427968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52" name="Google Shape;524;p41"/>
            <p:cNvCxnSpPr/>
            <p:nvPr/>
          </p:nvCxnSpPr>
          <p:spPr>
            <a:xfrm>
              <a:off x="615744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53" name="Google Shape;525;p41"/>
            <p:cNvCxnSpPr/>
            <p:nvPr/>
          </p:nvCxnSpPr>
          <p:spPr>
            <a:xfrm>
              <a:off x="658656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54" name="Google Shape;526;p41"/>
            <p:cNvCxnSpPr/>
            <p:nvPr/>
          </p:nvCxnSpPr>
          <p:spPr>
            <a:xfrm>
              <a:off x="700992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55" name="Google Shape;527;p41"/>
            <p:cNvCxnSpPr/>
            <p:nvPr/>
          </p:nvCxnSpPr>
          <p:spPr>
            <a:xfrm>
              <a:off x="743904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56" name="Google Shape;528;p41"/>
            <p:cNvCxnSpPr/>
            <p:nvPr/>
          </p:nvCxnSpPr>
          <p:spPr>
            <a:xfrm>
              <a:off x="786240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57" name="Google Shape;529;p41"/>
            <p:cNvCxnSpPr/>
            <p:nvPr/>
          </p:nvCxnSpPr>
          <p:spPr>
            <a:xfrm>
              <a:off x="829152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58" name="Google Shape;530;p41"/>
            <p:cNvCxnSpPr/>
            <p:nvPr/>
          </p:nvCxnSpPr>
          <p:spPr>
            <a:xfrm>
              <a:off x="871488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59" name="Google Shape;531;p41"/>
            <p:cNvCxnSpPr/>
            <p:nvPr/>
          </p:nvCxnSpPr>
          <p:spPr>
            <a:xfrm>
              <a:off x="572832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60" name="Google Shape;532;p41"/>
            <p:cNvCxnSpPr/>
            <p:nvPr/>
          </p:nvCxnSpPr>
          <p:spPr>
            <a:xfrm>
              <a:off x="5728680" y="470880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61" name="Google Shape;533;p41"/>
            <p:cNvCxnSpPr/>
            <p:nvPr/>
          </p:nvCxnSpPr>
          <p:spPr>
            <a:xfrm>
              <a:off x="5728680" y="296892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462" name="Google Shape;534;p41"/>
          <p:cNvSpPr/>
          <p:nvPr/>
        </p:nvSpPr>
        <p:spPr>
          <a:xfrm>
            <a:off x="4339080" y="-27036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63" name="PlaceHolder 1"/>
          <p:cNvSpPr>
            <a:spLocks noGrp="1"/>
          </p:cNvSpPr>
          <p:nvPr>
            <p:ph type="title"/>
          </p:nvPr>
        </p:nvSpPr>
        <p:spPr>
          <a:xfrm>
            <a:off x="1314360" y="1752480"/>
            <a:ext cx="6552720" cy="10188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Conclusions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4" name="PlaceHolder 2"/>
          <p:cNvSpPr>
            <a:spLocks noGrp="1"/>
          </p:cNvSpPr>
          <p:nvPr>
            <p:ph type="subTitle"/>
          </p:nvPr>
        </p:nvSpPr>
        <p:spPr>
          <a:xfrm>
            <a:off x="1314360" y="2590920"/>
            <a:ext cx="6552720" cy="12380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rmAutofit fontScale="92500" lnSpcReduction="9999"/>
          </a:bodyPr>
          <a:lstStyle/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The dashboard delivers </a:t>
            </a: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actionable insights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for business decisions and trend identification.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Interactive, user-friendly design enhances exploration and supports stakeholder presentations.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rnal Marketing Strategy by Slidesgo">
  <a:themeElements>
    <a:clrScheme name="Simple Light">
      <a:dk1>
        <a:srgbClr val="000000"/>
      </a:dk1>
      <a:lt1>
        <a:srgbClr val="F7F7F6"/>
      </a:lt1>
      <a:dk2>
        <a:srgbClr val="BFED4E"/>
      </a:dk2>
      <a:lt2>
        <a:srgbClr val="977DFE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nternal Marketing Strategy by Slidesgo">
  <a:themeElements>
    <a:clrScheme name="Simple Light">
      <a:dk1>
        <a:srgbClr val="000000"/>
      </a:dk1>
      <a:lt1>
        <a:srgbClr val="F7F7F6"/>
      </a:lt1>
      <a:dk2>
        <a:srgbClr val="BFED4E"/>
      </a:dk2>
      <a:lt2>
        <a:srgbClr val="977DFE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271</Words>
  <Application>Microsoft Office PowerPoint</Application>
  <PresentationFormat>On-screen Show (16:9)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arial</vt:lpstr>
      <vt:lpstr>arial</vt:lpstr>
      <vt:lpstr>Josefin Sans</vt:lpstr>
      <vt:lpstr>OpenSymbol</vt:lpstr>
      <vt:lpstr>Proxima Nova</vt:lpstr>
      <vt:lpstr>Symbol</vt:lpstr>
      <vt:lpstr>Wingdings</vt:lpstr>
      <vt:lpstr>Internal Marketing Strategy by Slidesgo</vt:lpstr>
      <vt:lpstr>Internal Marketing Strategy by Slidesgo</vt:lpstr>
      <vt:lpstr>Slidesgo Final Pages</vt:lpstr>
      <vt:lpstr>Sales Dashboard</vt:lpstr>
      <vt:lpstr>Introduction</vt:lpstr>
      <vt:lpstr>Record Summary</vt:lpstr>
      <vt:lpstr>PowerPoint Presentation</vt:lpstr>
      <vt:lpstr>PowerPoint Presentation</vt:lpstr>
      <vt:lpstr>Visualizations</vt:lpstr>
      <vt:lpstr>PowerPoint Presentation</vt:lpstr>
      <vt:lpstr>Conclusions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Shalini B</dc:creator>
  <cp:lastModifiedBy>Shalini B</cp:lastModifiedBy>
  <cp:revision>1</cp:revision>
  <dcterms:modified xsi:type="dcterms:W3CDTF">2026-04-14T16:07:34Z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2026-04-14T16:05:01Z</dcterms:created>
  <dc:creator>Unknown Creator</dc:creator>
  <dc:description/>
  <dc:language>en-US</dc:language>
  <cp:lastModifiedBy>Unknown Creator</cp:lastModifiedBy>
  <dcterms:modified xsi:type="dcterms:W3CDTF">2026-04-14T16:05:01Z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9</vt:r8>
  </property>
</Properties>
</file>